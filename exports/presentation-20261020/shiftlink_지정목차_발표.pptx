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a80e4921114d17" /><Relationship Type="http://schemas.openxmlformats.org/officeDocument/2006/relationships/extended-properties" Target="/docProps/app.xml" Id="Ra8d2fb8fa0734bf3" /><Relationship Type="http://schemas.openxmlformats.org/officeDocument/2006/relationships/officeDocument" Target="/ppt/presentation.xml" Id="R9c98db460ca949d3" /></Relationships>
</file>

<file path=ppt/presentation.xml><?xml version="1.0" encoding="utf-8"?>
<p:presentation xmlns:p="http://schemas.openxmlformats.org/presentationml/2006/main">
  <p:sldMasterIdLst>
    <p:sldMasterId xmlns:r="http://schemas.openxmlformats.org/officeDocument/2006/relationships" id="2147483648" r:id="R5648c9b52e0644b5"/>
  </p:sldMasterIdLst>
  <p:notesMasterIdLst>
    <p:notesMasterId xmlns:r="http://schemas.openxmlformats.org/officeDocument/2006/relationships" r:id="Rf60e21de4992482b"/>
  </p:notesMasterIdLst>
  <p:sldIdLst>
    <p:sldId xmlns:r="http://schemas.openxmlformats.org/officeDocument/2006/relationships" id="256" r:id="R75d3e9101ddc4d51"/>
    <p:sldId xmlns:r="http://schemas.openxmlformats.org/officeDocument/2006/relationships" id="257" r:id="R536f8d0b1ae64c6e"/>
    <p:sldId xmlns:r="http://schemas.openxmlformats.org/officeDocument/2006/relationships" id="258" r:id="Ree15848d9a4644d8"/>
    <p:sldId xmlns:r="http://schemas.openxmlformats.org/officeDocument/2006/relationships" id="259" r:id="R43531623721e45fb"/>
    <p:sldId xmlns:r="http://schemas.openxmlformats.org/officeDocument/2006/relationships" id="260" r:id="R69c71c9cbfcb49f5"/>
    <p:sldId xmlns:r="http://schemas.openxmlformats.org/officeDocument/2006/relationships" id="261" r:id="Re332c95326bd43d6"/>
    <p:sldId xmlns:r="http://schemas.openxmlformats.org/officeDocument/2006/relationships" id="262" r:id="Rb7c9b089c59b440d"/>
    <p:sldId xmlns:r="http://schemas.openxmlformats.org/officeDocument/2006/relationships" id="263" r:id="Rcab5586c8a2e4fe2"/>
    <p:sldId xmlns:r="http://schemas.openxmlformats.org/officeDocument/2006/relationships" id="264" r:id="R9d69b467fe2d4443"/>
    <p:sldId xmlns:r="http://schemas.openxmlformats.org/officeDocument/2006/relationships" id="265" r:id="R861ba108cc91438e"/>
    <p:sldId xmlns:r="http://schemas.openxmlformats.org/officeDocument/2006/relationships" id="266" r:id="R69528716e74e4ea5"/>
    <p:sldId xmlns:r="http://schemas.openxmlformats.org/officeDocument/2006/relationships" id="267" r:id="R9a6b5179c0be4d18"/>
    <p:sldId xmlns:r="http://schemas.openxmlformats.org/officeDocument/2006/relationships" id="268" r:id="Rbe6bc7ca5a8545d4"/>
    <p:sldId xmlns:r="http://schemas.openxmlformats.org/officeDocument/2006/relationships" id="269" r:id="R3f12abc625744ec9"/>
    <p:sldId xmlns:r="http://schemas.openxmlformats.org/officeDocument/2006/relationships" id="270" r:id="R47089e0d92a64388"/>
    <p:sldId xmlns:r="http://schemas.openxmlformats.org/officeDocument/2006/relationships" id="271" r:id="Rcb3c335531544c9e"/>
    <p:sldId xmlns:r="http://schemas.openxmlformats.org/officeDocument/2006/relationships" id="272" r:id="R7dc3fbfc3ec346c0"/>
    <p:sldId xmlns:r="http://schemas.openxmlformats.org/officeDocument/2006/relationships" id="273" r:id="R91c72626c8d24ea7"/>
    <p:sldId xmlns:r="http://schemas.openxmlformats.org/officeDocument/2006/relationships" id="274" r:id="R655e6ed3489b4e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97537fc27e4877" /><Relationship Type="http://schemas.openxmlformats.org/officeDocument/2006/relationships/slideMaster" Target="/ppt/slideMasters/slideMaster1.xml" Id="R5648c9b52e0644b5" /><Relationship Type="http://schemas.openxmlformats.org/officeDocument/2006/relationships/notesMaster" Target="/ppt/notesMasters/notesMaster1.xml" Id="Rf60e21de4992482b" /><Relationship Type="http://schemas.openxmlformats.org/officeDocument/2006/relationships/presProps" Target="/ppt/presProps.xml" Id="R79d74663baa84b9c" /><Relationship Type="http://schemas.openxmlformats.org/officeDocument/2006/relationships/tableStyles" Target="/ppt/tableStyles.xml" Id="Recfa8122338247ea" /><Relationship Type="http://schemas.openxmlformats.org/officeDocument/2006/relationships/slide" Target="/ppt/slides/slide1.xml" Id="R75d3e9101ddc4d51" /><Relationship Type="http://schemas.openxmlformats.org/officeDocument/2006/relationships/slide" Target="/ppt/slides/slide2.xml" Id="R536f8d0b1ae64c6e" /><Relationship Type="http://schemas.openxmlformats.org/officeDocument/2006/relationships/slide" Target="/ppt/slides/slide3.xml" Id="Ree15848d9a4644d8" /><Relationship Type="http://schemas.openxmlformats.org/officeDocument/2006/relationships/slide" Target="/ppt/slides/slide4.xml" Id="R43531623721e45fb" /><Relationship Type="http://schemas.openxmlformats.org/officeDocument/2006/relationships/slide" Target="/ppt/slides/slide5.xml" Id="R69c71c9cbfcb49f5" /><Relationship Type="http://schemas.openxmlformats.org/officeDocument/2006/relationships/slide" Target="/ppt/slides/slide6.xml" Id="Re332c95326bd43d6" /><Relationship Type="http://schemas.openxmlformats.org/officeDocument/2006/relationships/slide" Target="/ppt/slides/slide7.xml" Id="Rb7c9b089c59b440d" /><Relationship Type="http://schemas.openxmlformats.org/officeDocument/2006/relationships/slide" Target="/ppt/slides/slide8.xml" Id="Rcab5586c8a2e4fe2" /><Relationship Type="http://schemas.openxmlformats.org/officeDocument/2006/relationships/slide" Target="/ppt/slides/slide9.xml" Id="R9d69b467fe2d4443" /><Relationship Type="http://schemas.openxmlformats.org/officeDocument/2006/relationships/slide" Target="/ppt/slides/slide10.xml" Id="R861ba108cc91438e" /><Relationship Type="http://schemas.openxmlformats.org/officeDocument/2006/relationships/slide" Target="/ppt/slides/slide11.xml" Id="R69528716e74e4ea5" /><Relationship Type="http://schemas.openxmlformats.org/officeDocument/2006/relationships/slide" Target="/ppt/slides/slide12.xml" Id="R9a6b5179c0be4d18" /><Relationship Type="http://schemas.openxmlformats.org/officeDocument/2006/relationships/slide" Target="/ppt/slides/slide13.xml" Id="Rbe6bc7ca5a8545d4" /><Relationship Type="http://schemas.openxmlformats.org/officeDocument/2006/relationships/slide" Target="/ppt/slides/slide14.xml" Id="R3f12abc625744ec9" /><Relationship Type="http://schemas.openxmlformats.org/officeDocument/2006/relationships/slide" Target="/ppt/slides/slide15.xml" Id="R47089e0d92a64388" /><Relationship Type="http://schemas.openxmlformats.org/officeDocument/2006/relationships/slide" Target="/ppt/slides/slide16.xml" Id="Rcb3c335531544c9e" /><Relationship Type="http://schemas.openxmlformats.org/officeDocument/2006/relationships/slide" Target="/ppt/slides/slide17.xml" Id="R7dc3fbfc3ec346c0" /><Relationship Type="http://schemas.openxmlformats.org/officeDocument/2006/relationships/slide" Target="/ppt/slides/slide18.xml" Id="R91c72626c8d24ea7" /><Relationship Type="http://schemas.openxmlformats.org/officeDocument/2006/relationships/slide" Target="/ppt/slides/slide19.xml" Id="R655e6ed3489b4e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313eb9c50a4e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a1f5a07c7c4ecd" /><Relationship Type="http://schemas.openxmlformats.org/officeDocument/2006/relationships/notesMaster" Target="/ppt/notesMasters/notesMaster1.xml" Id="Rc32c18d3df044c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89e51494804084" /><Relationship Type="http://schemas.openxmlformats.org/officeDocument/2006/relationships/notesMaster" Target="/ppt/notesMasters/notesMaster1.xml" Id="R5ca24126de3a49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5633ffb9eb4d5f" /><Relationship Type="http://schemas.openxmlformats.org/officeDocument/2006/relationships/notesMaster" Target="/ppt/notesMasters/notesMaster1.xml" Id="R2f2703a29a1241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56bbeec73e414e" /><Relationship Type="http://schemas.openxmlformats.org/officeDocument/2006/relationships/notesMaster" Target="/ppt/notesMasters/notesMaster1.xml" Id="R0c6cbe210b3b4a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e065c3b6b4da7" /><Relationship Type="http://schemas.openxmlformats.org/officeDocument/2006/relationships/notesMaster" Target="/ppt/notesMasters/notesMaster1.xml" Id="R2d153c8678d841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eedcc04ef14a3b" /><Relationship Type="http://schemas.openxmlformats.org/officeDocument/2006/relationships/notesMaster" Target="/ppt/notesMasters/notesMaster1.xml" Id="Raf67bd0d6d5b45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a5879342294c40" /><Relationship Type="http://schemas.openxmlformats.org/officeDocument/2006/relationships/notesMaster" Target="/ppt/notesMasters/notesMaster1.xml" Id="R5134731240c342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24721e80684a0c" /><Relationship Type="http://schemas.openxmlformats.org/officeDocument/2006/relationships/notesMaster" Target="/ppt/notesMasters/notesMaster1.xml" Id="R6222668bc7964f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946f02a9704ca8" /><Relationship Type="http://schemas.openxmlformats.org/officeDocument/2006/relationships/notesMaster" Target="/ppt/notesMasters/notesMaster1.xml" Id="R1c4b1a7b30bc4a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7891ad287648c5" /><Relationship Type="http://schemas.openxmlformats.org/officeDocument/2006/relationships/notesMaster" Target="/ppt/notesMasters/notesMaster1.xml" Id="Ra7fe4e16aed94c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907aaa523242ae" /><Relationship Type="http://schemas.openxmlformats.org/officeDocument/2006/relationships/notesMaster" Target="/ppt/notesMasters/notesMaster1.xml" Id="R39d2f38f180b47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5714abbc814e07" /><Relationship Type="http://schemas.openxmlformats.org/officeDocument/2006/relationships/notesMaster" Target="/ppt/notesMasters/notesMaster1.xml" Id="R0110a390123d4f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e282adbfe245eb" /><Relationship Type="http://schemas.openxmlformats.org/officeDocument/2006/relationships/notesMaster" Target="/ppt/notesMasters/notesMaster1.xml" Id="R9e24092131954b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04d0bd542f4621" /><Relationship Type="http://schemas.openxmlformats.org/officeDocument/2006/relationships/notesMaster" Target="/ppt/notesMasters/notesMaster1.xml" Id="R68f9f8654e1442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5b4c553e234674" /><Relationship Type="http://schemas.openxmlformats.org/officeDocument/2006/relationships/notesMaster" Target="/ppt/notesMasters/notesMaster1.xml" Id="Ra2d43459833646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5493accc6e44f1" /><Relationship Type="http://schemas.openxmlformats.org/officeDocument/2006/relationships/notesMaster" Target="/ppt/notesMasters/notesMaster1.xml" Id="R1c64c9590eef4a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b3230878d44dc6" /><Relationship Type="http://schemas.openxmlformats.org/officeDocument/2006/relationships/notesMaster" Target="/ppt/notesMasters/notesMaster1.xml" Id="Ra5d82e6c68c24f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e4d0dbb9ec4a3f" /><Relationship Type="http://schemas.openxmlformats.org/officeDocument/2006/relationships/notesMaster" Target="/ppt/notesMasters/notesMaster1.xml" Id="R8622316386c84c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41a96cf1ed42cf" /><Relationship Type="http://schemas.openxmlformats.org/officeDocument/2006/relationships/notesMaster" Target="/ppt/notesMasters/notesMaster1.xml" Id="Re8daa85d8567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 / 누적 0–15초</a:t>
            </a:r>
          </a:p>
          <a:p xmlns:a="http://schemas.openxmlformats.org/drawingml/2006/main">
            <a:r>
              <a:t>안녕하세요. shiftlink 팀입니다. 저희는 작업자가 설비 앞에서 필요한 근거를 찾고 조치한 내용을 다음 근무자에게 남길 수 있는 MES 보조 에이전트를 만들었습니다. 지금부터 개발 과정과 결과를 소개하겠습니다.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20초 / 누적 15–35초</a:t>
            </a:r>
          </a:p>
          <a:p xmlns:a="http://schemas.openxmlformats.org/drawingml/2006/main">
            <a:r>
              <a:t>팀의 업무 분담과 사용한 모델을 소개한 뒤, 어떤 문제를 풀려고 했는지와 시스템 구성을 설명하겠습니다. 모델 평가 결과를 보고 5분 시연 영상으로 실제 사용 순서를 보여드리겠습니다. 영상 뒤에는 한계와 해결했던 문제, 개선 방향을 말씀드리겠습니다.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35–70초</a:t>
            </a:r>
          </a:p>
          <a:p xmlns:a="http://schemas.openxmlformats.org/drawingml/2006/main">
            <a:r>
              <a:t>네 명이 개발 영역을 나눠 진행했습니다. 유현준은 에이전트와 데이터 계약, 서비스 통합을 맡았습니다. 최재영은 검색과 모델 실험, 데이터를 담당했고 허재원은 Jetson 추론과 저장, 장비 연동을 맡았습니다. 저는 일정과 검수, 평가 시나리오를 담당했습니다. 모의 MES는 현준과 재원이 함께 맡았습니다. 각자 만든 기능은 PDA에서 같은 질문과 기록 흐름으로 연결했습니다.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/Users/hyemin/Desktop/Project/ShiftLink/docs/planning/daily-assignments/업무분배_20261020.md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70–105초</a:t>
            </a:r>
          </a:p>
          <a:p xmlns:a="http://schemas.openxmlformats.org/drawingml/2006/main">
            <a:r>
              <a:t>설비 사진에는 MobileNetV3-Small을 사용했습니다. 질문 답변은 한 모델에 모두 맡기지 않고 역할을 나눴습니다. embeddinggemma가 관련 자료를 찾고 exaone-sft-judge가 질문에 쓸 근거인지 판단합니다. 답변은 ck106 모델이 작성합니다. 뒤에서 나오는 S30h는 이 검색과 판정, 답변 과정을 묶은 구성 이름입니다. 모델을 고른 이유는 시스템 설명 뒤에 함께 말씀드리겠습니다.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/Users/hyemin/Desktop/Project/ShiftLink/docs/experiments/s30h-adoption-report-20261016.md</a:t>
            </a:r>
          </a:p>
          <a:p xmlns:a="http://schemas.openxmlformats.org/drawingml/2006/main">
            <a:r>
              <a:t>/Users/hyemin/Desktop/Project/ShiftLink/deploy/s30h.md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 / 누적 105–145초</a:t>
            </a:r>
          </a:p>
          <a:p xmlns:a="http://schemas.openxmlformats.org/drawingml/2006/main">
            <a:r>
              <a:t>설명을 위해 교대 직후 유압장치에서 소음이 난 상황을 가정해 보겠습니다. 작업자는 무엇을 확인해야 할지 매뉴얼을 찾고 이전 근무자가 어떤 조치를 했는지도 확인해야 합니다. 오늘 조치한 내용이 기록에 남지 않으면 다음 근무자도 같은 설명을 다시 들어야 합니다. 저희는 근거를 찾는 질문과 그 뒤의 조치 기록을 연결하려고 했습니다. 실제 공장의 작업 시간을 줄였는지는 아직 측정하지 않았습니다.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145–180초</a:t>
            </a:r>
          </a:p>
          <a:p xmlns:a="http://schemas.openxmlformats.org/drawingml/2006/main">
            <a:r>
              <a:t>센서 부분은 모의 MES가 제공하는 압력과 온도, 유량, 진동 같은 관측값으로 구성했습니다. 값만 보여주는 대신 단위와 관측 시각, 품질도 함께 다룹니다. Unity의 설비와 센서 움직임은 시연 환경이며 실제 센서를 공장에 설치한 결과는 아닙니다. PDA에서는 상태를 확인하고 기록에 센서 근거를 남깁니다. 다만 S30h가 이 센서값을 입력받아 고장을 진단하는 구조는 아닙니다.</a:t>
            </a:r>
          </a:p>
          <a:p xmlns:a="http://schemas.openxmlformats.org/drawingml/2006/main">
            <a:r>
              <a:t/>
            </a:r>
          </a:p>
          <a:p xmlns:a="http://schemas.openxmlformats.org/drawingml/2006/main">
            <a:r>
              <a:t>근거</a:t>
            </a:r>
          </a:p>
          <a:p xmlns:a="http://schemas.openxmlformats.org/drawingml/2006/main">
            <a:r>
              <a:t>/Users/hyemin/Desktop/Project/ShiftLink/unity/ShiftLinkFactory/README.md</a:t>
            </a:r>
          </a:p>
          <a:p xmlns:a="http://schemas.openxmlformats.org/drawingml/2006/main">
            <a:r>
              <a:t>/Users/hyemin/Desktop/Project/ShiftLink/docs/testing/typed-work-reports-20261016.md</a:t>
            </a:r>
          </a:p>
          <a:p xmlns:a="http://schemas.openxmlformats.org/drawingml/2006/main">
            <a:r>
              <a:t>/Users/hyemin/Desktop/Project/ShiftLink/shiftlink/rag2/s30h.py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 / 누적 180–220초</a:t>
            </a:r>
          </a:p>
          <a:p xmlns:a="http://schemas.openxmlformats.org/drawingml/2006/main">
            <a:r>
              <a:t>Jetson은 현장 서버 역할을 합니다. 검색과 모델 추론을 실행하고 모의 MES와 로컬 저장도 담당합니다. 클라우드는 기록을 동기화할 때 사용합니다. 그래서 클라우드 연결이 끊긴 상황과 PDA가 Jetson에 접속하지 못하는 상황을 구분해야 합니다. PDA와 Jetson 사이의 현장 네트워크는 필요합니다. 제한된 메모리에서 모델이 함께 돌아가도록 예열과 메모리 설정도 확인했습니다.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220–255초</a:t>
            </a:r>
          </a:p>
          <a:p xmlns:a="http://schemas.openxmlformats.org/drawingml/2006/main">
            <a:r>
              <a:t>작업자는 PDA에서 선택한 설비 상태를 보고 질문합니다. 답을 확인한 뒤에는 실제 수행한 조치와 결과를 근무일지에 남깁니다. 후속 인계는 같은 사건의 기록으로 연결합니다. 안전 안내는 최신 기준에 따라 상단 바 한 곳에 두고 기본으로 접습니다. 필요할 때 펼쳐 근거와 멈춤 조건을 확인하는 방식이며 이상이 있다고 자동으로 펼치지는 않습니다. 화면 캡처는 구조를 설명하는 보관 자료입니다.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 / 누적 255–305초</a:t>
            </a:r>
          </a:p>
          <a:p xmlns:a="http://schemas.openxmlformats.org/drawingml/2006/main">
            <a:r>
              <a:t>전체 연결을 그림으로 보겠습니다. Unity PC가 작업자 시점 영상을 PDA로 보냅니다. PDA는 촬영한 사진을 종류별로 분류하고 질문과 기록 요청을 Jetson으로 보냅니다. Jetson 안에서는 매뉴얼과 지식카드 검색, 근거 판정, 답변 생성 순서로 처리한 뒤 결과를 PDA로 돌려줍니다. 기록은 로컬에 저장하고 클라우드 업로더가 Aiven으로 보냅니다. 아래의 센서 경로는 상태 표시와 기록 근거에 쓰는 별도 경로입니다. S30h 답변 입력에는 센서값을 넣지 않습니다.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/Users/hyemin/Desktop/Project/ShiftLink/deploy/s30h.md</a:t>
            </a:r>
          </a:p>
          <a:p xmlns:a="http://schemas.openxmlformats.org/drawingml/2006/main">
            <a:r>
              <a:t>/Users/hyemin/Desktop/Project/ShiftLink/shiftlink/rag2/s30h.py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 / 누적 305–350초</a:t>
            </a:r>
          </a:p>
          <a:p xmlns:a="http://schemas.openxmlformats.org/drawingml/2006/main">
            <a:r>
              <a:t>사진 분류에는 Pi에서 실행할 수 있는 MobileNetV3-Small을 썼습니다. INT8도 시험했지만 정확도가 크게 떨어져 FP32를 유지했습니다. 검색은 embeddinggemma를 쓰는 구성 C를 채택했습니다. 답변은 판정기가 근거를 고르고 생성 모델이 설명을 쓰도록 역할을 나눴습니다. S30h는 개발 실험에서 반복 실행과 품질 조건을 확인했고 보류 셋에서는 기존 카드 중심 구성보다 답한 문항이 많았습니다. 다만 사전에 정한 기준까지 통과한 것은 아닙니다. 그 차이를 평가 결과에서 보여드리겠습니다.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350–385초</a:t>
            </a:r>
          </a:p>
          <a:p xmlns:a="http://schemas.openxmlformats.org/drawingml/2006/main">
            <a:r>
              <a:t>설비 분류는 Unity 시험 이미지 880장 중 875장을 맞혔고 정확도는 99.4%였습니다. 촬영 묶음과 이미지 해시가 학습과 시험에 겹치지 않도록 나눴습니다. Pi에서는 종류별 한 장씩 여섯 장을 측정했을 때 41~63ms가 걸렸습니다. 다만 같은 설비 열 대를 촬영한 데이터이므로 실제 공장이나 다른 배치에서도 같은 정확도가 나온다고 말할 수는 없습니다.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60초 / 누적 385–445초</a:t>
            </a:r>
          </a:p>
          <a:p xmlns:a="http://schemas.openxmlformats.org/drawingml/2006/main">
            <a:r>
              <a:t>개선 지표는 같은 보류 셋에서 비교했습니다. 답이 있는 35문항 중 기존 hybrid는 6문항에 답했고 S30h는 25문항에 답했습니다. 답한 문항이 19개 늘었지만 이것을 정답률 향상으로 읽으면 안 됩니다. S30h가 정답 근거를 인용한 수는 14/35였습니다. 사전에 정한 답함 기준 27/35에도 미달했습니다. 별도 test30에서 답 없는 질문을 거절한 수는 기존 구성이 17/19, S30h가 11/19였습니다. 답변 범위를 넓힌 대신 잘못 답하는 위험이 남았습니다. 팀은 이 결과를 함께 보고 S30h를 시연 구성으로 선택했습니다.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 / 누적 445–460초</a:t>
            </a:r>
          </a:p>
          <a:p xmlns:a="http://schemas.openxmlformats.org/drawingml/2006/main">
            <a:r>
              <a:t>이제 5분 시연 영상입니다. 설비를 촬영하고 질문한 뒤 조치 기록과 후속 인계를 확인하는 순서로 보겠습니다. 영상이 끝나면 현재 한계와 개발 중 해결한 문제를 설명하겠습니다.</a:t>
            </a:r>
          </a:p>
          <a:p xmlns:a="http://schemas.openxmlformats.org/drawingml/2006/main">
            <a:r>
              <a:t/>
            </a:r>
          </a:p>
          <a:p xmlns:a="http://schemas.openxmlformats.org/drawingml/2006/main">
            <a:r>
              <a:t>근거</a:t>
            </a:r>
          </a:p>
          <a:p xmlns:a="http://schemas.openxmlformats.org/drawingml/2006/main">
            <a:r>
              <a:t>/Users/hyemin/Desktop/Project/ShiftLink/docs/guides/run-demo.md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 / 누적 460–495초</a:t>
            </a:r>
          </a:p>
          <a:p xmlns:a="http://schemas.openxmlformats.org/drawingml/2006/main">
            <a:r>
              <a:t>현재 시연의 범위를 정리하겠습니다. 사진은 설비 종류를 분류하며 같은 종류의 개별 설비까지 구분하는 성능은 입증하지 않았습니다. S30h는 현재 센서값을 분석하지 않고 문서와 카드 근거를 검색합니다. 답이 없는 질문에도 답하거나 답이 있는 질문을 거절하는 경우가 남아 있습니다. 기능별 평가와 로컬 저장 검증은 있지만 최종 장비에서 촬영부터 실제 모델 답변과 업로드까지 이어지는 검증은 별도로 확인해야 합니다.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 / 누적 495–540초</a:t>
            </a:r>
          </a:p>
          <a:p xmlns:a="http://schemas.openxmlformats.org/drawingml/2006/main">
            <a:r>
              <a:t>개발 중에는 모델 점수 외의 문제도 풀어야 했습니다. 설비 분류 모델을 INT8로 바꾸자 예측이 일부 종류에 몰려 FP32를 사용했습니다. Jetson에서 반복되던 멈춤은 프롬프트 RAM 캐시 설정을 수정했습니다. 최근에는 질문을 저장해도 응답에 질문 ID와 상태가 빠져 기록 연결이 끊기는 문제가 있었고 실제 HTTP 흐름으로 재현한 뒤 반환 정보를 복구했습니다. 기능을 각각 시험하는 것과 연결된 화면에서 시험하는 것이 다르다는 점을 확인한 사례였습니다.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a:p xmlns:a="http://schemas.openxmlformats.org/drawingml/2006/main">
            <a:r>
              <a:t>/Users/hyemin/Desktop/Project/ShiftLink/docs/reports/model-improvement-20261006.md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 / 누적 540–570초</a:t>
            </a:r>
          </a:p>
          <a:p xmlns:a="http://schemas.openxmlformats.org/drawingml/2006/main">
            <a:r>
              <a:t>개선 방향은 평가에서 드러난 약점에 맞췄습니다. 답변을 많이 하는 것만 보지 않고 정답 근거 인용과 거절을 함께 확인해야 합니다. 최종 장비에서는 운영 모드와 예열, 인용과 안전 바를 점검하겠습니다. 실제 사용자와 다른 설비 배치에서 진행할 평가는 그다음 단계입니다. 현장 경험도 바로 정식 지식으로 넣지 않고 검수와 승인을 거치도록 하겠습니다.</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/Users/hyemin/Desktop/Project/ShiftLink/docs/planning/daily-assignments/업무분배_20261020.md</a:t>
            </a:r>
          </a:p>
          <a:p xmlns:a="http://schemas.openxmlformats.org/drawingml/2006/main">
            <a:r>
              <a:t>/Users/hyemin/Desktop/Project/ShiftLink/docs/testing/typed-work-reports-20261016.md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 / 누적 570–600초</a:t>
            </a:r>
          </a:p>
          <a:p xmlns:a="http://schemas.openxmlformats.org/drawingml/2006/main">
            <a:r>
              <a:t>이번 프로젝트에서는 모델 점수가 좋아도 실제 장비와 화면을 연결하면 다시 확인할 일이 많다는 점을 배웠습니다. 질문에 답하는 것만큼 그 뒤의 조치와 인계가 빠지지 않고 남는지도 중요했습니다. 저희가 만든 기능이 어디까지 동작하고 어떤 검증이 부족한지 구분해 남긴 경험을 다음 개발에도 가져가겠습니다. 이상 shiftlink 팀 발표를 마치겠습니다. 감사합니다.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평가셋과 분모를 섞지 않습니다. 보류 셋 hybrid 인용은 카드 정답 7문항에서 2건, S30h는 같은 7문항에서 5건이며 유의차 미검출입니다.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대본의 13번 장에서 영상을 재생하고, 영상이 끝나면 14번 장으로 돌아옵니다. 영상 길이 5분은 본편 10분에서 제외합니다.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/Users/hyemin/Desktop/Project/ShiftLink/docs/planning/daily-assignments/업무분배_20261020.md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396a15403e4b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022720843843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1d819bde3342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e49c5a7bd74f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497cddc3984e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4a377017af44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59AE8D-D719-4789-8FE0-BD72E0753D2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3F4559-198F-402B-845E-E41ADA59DB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30EF0A-B4FE-4B9F-9767-53ED02EEB6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05AEA7-A156-486D-AA0A-9181980549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04762E-DB75-4925-B677-0947F646E0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000B05-B8D9-4B2E-A6D6-B9CFF1F692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998BF7-07FA-4754-8F38-2C15962A1D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1D05CF-24B1-447B-BDFA-27D932F17A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D7F3FE-EFAB-4C0C-8759-EB8B698B43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B9FECD-E788-44D7-8EC7-C19CE42616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d9f18fca86437b" /><Relationship Type="http://schemas.openxmlformats.org/officeDocument/2006/relationships/slideLayout" Target="/ppt/slideLayouts/slideLayout1.xml" Id="Rfede3b6021144b0c" /><Relationship Type="http://schemas.openxmlformats.org/officeDocument/2006/relationships/slideLayout" Target="/ppt/slideLayouts/slideLayout2.xml" Id="Rfb5665fea9704c03" /><Relationship Type="http://schemas.openxmlformats.org/officeDocument/2006/relationships/slideLayout" Target="/ppt/slideLayouts/slideLayout3.xml" Id="Ra3e97c6b934c4d8b" /><Relationship Type="http://schemas.openxmlformats.org/officeDocument/2006/relationships/slideLayout" Target="/ppt/slideLayouts/slideLayout4.xml" Id="Ra313564894374e0a" /><Relationship Type="http://schemas.openxmlformats.org/officeDocument/2006/relationships/slideLayout" Target="/ppt/slideLayouts/slideLayout5.xml" Id="Rcec29400e0ec4053" /><Relationship Type="http://schemas.openxmlformats.org/officeDocument/2006/relationships/slideLayout" Target="/ppt/slideLayouts/slideLayout6.xml" Id="R490c93a68b944c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de3b6021144b0c"/>
    <p:sldLayoutId xmlns:r="http://schemas.openxmlformats.org/officeDocument/2006/relationships" id="2147483650" r:id="Rfb5665fea9704c03"/>
    <p:sldLayoutId xmlns:r="http://schemas.openxmlformats.org/officeDocument/2006/relationships" id="2147483651" r:id="Ra3e97c6b934c4d8b"/>
    <p:sldLayoutId xmlns:r="http://schemas.openxmlformats.org/officeDocument/2006/relationships" id="2147483652" r:id="Ra313564894374e0a"/>
    <p:sldLayoutId xmlns:r="http://schemas.openxmlformats.org/officeDocument/2006/relationships" id="2147483653" r:id="Rcec29400e0ec4053"/>
    <p:sldLayoutId xmlns:r="http://schemas.openxmlformats.org/officeDocument/2006/relationships" id="2147483654" r:id="R490c93a68b944c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5ac0af99df4f3d" /><Relationship Type="http://schemas.openxmlformats.org/officeDocument/2006/relationships/image" Target="/ppt/media/image.png" Id="R63971abc80fb49d4" /><Relationship Type="http://schemas.openxmlformats.org/officeDocument/2006/relationships/notesSlide" Target="/ppt/notesSlides/notesSlide1.xml" Id="R3ad68a70e8b443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874c3604e34671" /><Relationship Type="http://schemas.openxmlformats.org/officeDocument/2006/relationships/notesSlide" Target="/ppt/notesSlides/notesSlide2.xml" Id="R15d037222e4047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cfc7afeabf44eb" /><Relationship Type="http://schemas.openxmlformats.org/officeDocument/2006/relationships/notesSlide" Target="/ppt/notesSlides/notesSlide3.xml" Id="R5f9f87504e3b45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eddb2032cf409e" /><Relationship Type="http://schemas.openxmlformats.org/officeDocument/2006/relationships/notesSlide" Target="/ppt/notesSlides/notesSlide4.xml" Id="R05ebeffc791d4b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f4338ece2b4f8f" /><Relationship Type="http://schemas.openxmlformats.org/officeDocument/2006/relationships/notesSlide" Target="/ppt/notesSlides/notesSlide5.xml" Id="R270b564b902947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b1df3f3e924443" /><Relationship Type="http://schemas.openxmlformats.org/officeDocument/2006/relationships/notesSlide" Target="/ppt/notesSlides/notesSlide6.xml" Id="Rbd3728d54f0e44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b64fb0ddc046d7" /><Relationship Type="http://schemas.openxmlformats.org/officeDocument/2006/relationships/notesSlide" Target="/ppt/notesSlides/notesSlide7.xml" Id="R6a5d6a3bed014b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fba48cd42f4f02" /><Relationship Type="http://schemas.openxmlformats.org/officeDocument/2006/relationships/image" Target="/ppt/media/image2.png" Id="R95869d4b56d14fda" /><Relationship Type="http://schemas.openxmlformats.org/officeDocument/2006/relationships/notesSlide" Target="/ppt/notesSlides/notesSlide8.xml" Id="Ra4043c22591f40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20ed6770b84c48" /><Relationship Type="http://schemas.openxmlformats.org/officeDocument/2006/relationships/notesSlide" Target="/ppt/notesSlides/notesSlide9.xml" Id="Rb7e4c82dcaee49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6172af248f495d" /><Relationship Type="http://schemas.openxmlformats.org/officeDocument/2006/relationships/notesSlide" Target="/ppt/notesSlides/notesSlide10.xml" Id="R28831d8ac81840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1fb0a761a046e8" /><Relationship Type="http://schemas.openxmlformats.org/officeDocument/2006/relationships/notesSlide" Target="/ppt/notesSlides/notesSlide11.xml" Id="Rab95b1c4aa6a45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b06b447a1f4d5d" /><Relationship Type="http://schemas.openxmlformats.org/officeDocument/2006/relationships/chart" Target="/ppt/slides/charts/chart1.xml" Id="Raa0a0a713d91478f" /><Relationship Type="http://schemas.openxmlformats.org/officeDocument/2006/relationships/notesSlide" Target="/ppt/notesSlides/notesSlide12.xml" Id="R88519e61f48b48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e71d214863749bf" /><Relationship Type="http://schemas.openxmlformats.org/officeDocument/2006/relationships/notesSlide" Target="/ppt/notesSlides/notesSlide13.xml" Id="R4b49389ceed84d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a16cbb142844e0" /><Relationship Type="http://schemas.openxmlformats.org/officeDocument/2006/relationships/notesSlide" Target="/ppt/notesSlides/notesSlide14.xml" Id="Re2ce1e5c755d4c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cfbb3712e7d4321" /><Relationship Type="http://schemas.openxmlformats.org/officeDocument/2006/relationships/notesSlide" Target="/ppt/notesSlides/notesSlide15.xml" Id="R57742c7a8bec41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8b7baf4b9e54931" /><Relationship Type="http://schemas.openxmlformats.org/officeDocument/2006/relationships/notesSlide" Target="/ppt/notesSlides/notesSlide16.xml" Id="Re9e9930c212f46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8304b3f88b64c6a" /><Relationship Type="http://schemas.openxmlformats.org/officeDocument/2006/relationships/notesSlide" Target="/ppt/notesSlides/notesSlide17.xml" Id="R4651af06b45c48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963108314b46c3" /><Relationship Type="http://schemas.openxmlformats.org/officeDocument/2006/relationships/notesSlide" Target="/ppt/notesSlides/notesSlide18.xml" Id="R3fb25f781b5443b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7bac630eed34730" /><Relationship Type="http://schemas.openxmlformats.org/officeDocument/2006/relationships/notesSlide" Target="/ppt/notesSlides/notesSlide19.xml" Id="Rff2657cd316a4365" /></Relationships>
</file>

<file path=ppt/slides/charts/chart1.xml><?xml version="1.0" encoding="utf-8"?>
<c:chartSpace xmlns:c="http://schemas.openxmlformats.org/drawingml/2006/chart">
  <c:lang val="en-US"/>
  <c:chart>
    <c:plotArea>
      <c:barChart>
        <c:barDir val="bar"/>
        <c:varyColors val="0"/>
        <c:ser>
          <c:idx val="0"/>
          <c:order val="0"/>
          <c:tx>
            <c:v>답함</c:v>
          </c:tx>
          <c:spPr>
            <a:solidFill xmlns:a="http://schemas.openxmlformats.org/drawingml/2006/main">
              <a:srgbClr val="236D68"/>
            </a:solidFill>
          </c:spPr>
          <c:invertIfNegative val="0"/>
          <c:dPt>
            <c:idx val="0"/>
            <c:invertIfNegative val="0"/>
            <c:spPr>
              <a:solidFill xmlns:a="http://schemas.openxmlformats.org/drawingml/2006/main">
                <a:srgbClr val="A5B7B8"/>
              </a:solidFill>
            </c:spPr>
          </c:dPt>
          <c:dPt>
            <c:idx val="1"/>
            <c:invertIfNegative val="0"/>
            <c:spPr>
              <a:solidFill xmlns:a="http://schemas.openxmlformats.org/drawingml/2006/main">
                <a:srgbClr val="236D68"/>
              </a:solidFill>
            </c:spPr>
          </c:dPt>
          <c:cat>
            <c:strLit>
              <c:ptCount val="2"/>
              <c:pt idx="0">
                <c:v>기존 hybrid</c:v>
              </c:pt>
              <c:pt idx="1">
                <c:v>S30h</c:v>
              </c:pt>
            </c:strLit>
          </c:cat>
          <c:val>
            <c:numLit>
              <c:formatCode>General</c:formatCode>
              <c:ptCount val="2"/>
              <c:pt idx="0">
                <c:v>6</c:v>
              </c:pt>
              <c:pt idx="1">
                <c:v>25</c:v>
              </c:pt>
            </c:numLit>
          </c:val>
        </c:ser>
        <c:dLbls>
          <c:txPr>
            <a:bodyPr xmlns:a="http://schemas.openxmlformats.org/drawingml/2006/main" anchorCtr="1"/>
            <a:lstStyle xmlns:a="http://schemas.openxmlformats.org/drawingml/2006/main"/>
            <a:p xmlns:a="http://schemas.openxmlformats.org/drawingml/2006/main">
              <a:pPr>
                <a:defRPr sz="2250" b="1">
                  <a:solidFill>
                    <a:srgbClr val="182C34"/>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B6C71"/>
                </a:solidFill>
                <a:latin typeface="Apple SD Gothic Neo"/>
                <a:ea typeface="Apple SD Gothic Neo"/>
                <a:cs typeface="Apple SD Gothic Neo"/>
              </a:defRPr>
            </a:pPr>
          </a:p>
        </c:txPr>
        <c:crossAx val="48672768"/>
      </c:catAx>
      <c:valAx>
        <c:axId val="48672768"/>
        <c:scaling>
          <c:orientation val="minMax"/>
          <c:max val="35"/>
          <c:min val="0"/>
        </c:scaling>
        <c:delete val="0"/>
        <c:axPos val="b"/>
        <c:majorGridlines>
          <c:spPr>
            <a:ln xmlns:a="http://schemas.openxmlformats.org/drawingml/2006/main" w="9525">
              <a:solidFill>
                <a:srgbClr val="D9DFDB"/>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82C34"/>
                </a:solidFill>
                <a:latin typeface="Apple SD Gothic Neo"/>
                <a:ea typeface="Apple SD Gothic Neo"/>
                <a:cs typeface="Apple SD Gothic Neo"/>
              </a:defRPr>
            </a:pPr>
          </a:p>
        </c:txPr>
        <c:crossAx val="48650112"/>
        <c:crossBetween val="between"/>
        <c:majorUnit val="7"/>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6405C0-18E0-4367-A109-7EEB91958D2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01</a:t>
            </a:r>
          </a:p>
        </p:txBody>
      </p:sp>
      <p:pic>
        <p:nvPicPr>
          <p:cNvPr id="2" name="">
            <a:extLst xmlns:a="http://schemas.openxmlformats.org/drawingml/2006/main">
              <a:ext uri="{FF2B5EF4-FFF2-40B4-BE49-F238E27FC236}">
                <a16:creationId xmlns:a16="http://schemas.microsoft.com/office/drawing/2014/main" id="{25446247-09AC-41CB-BE0B-36BE61BDBF8C}"/>
              </a:ext>
            </a:extLst>
          </p:cNvPr>
          <p:cNvPicPr>
            <a:picLocks xmlns:a="http://schemas.openxmlformats.org/drawingml/2006/main" noChangeAspect="1"/>
          </p:cNvPicPr>
          <p:nvPr/>
        </p:nvPicPr>
        <p:blipFill>
          <a:blip xmlns:r="http://schemas.openxmlformats.org/officeDocument/2006/relationships" xmlns:a="http://schemas.openxmlformats.org/drawingml/2006/main" r:embed="R63971abc80fb49d4"/>
          <a:srcRect xmlns:a="http://schemas.openxmlformats.org/drawingml/2006/main" l="29000" t="0" r="8000" b="0"/>
          <a:stretch xmlns:a="http://schemas.openxmlformats.org/drawingml/2006/main"/>
        </p:blipFill>
        <p:spPr>
          <a:xfrm xmlns:a="http://schemas.openxmlformats.org/drawingml/2006/main">
            <a:off x="5905500" y="0"/>
            <a:ext cx="6286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ACEDC5-950F-4ABF-B6D3-0560A5BD8247}"/>
              </a:ext>
            </a:extLst>
          </p:cNvPr>
          <p:cNvSpPr>
            <a:spLocks xmlns:a="http://schemas.openxmlformats.org/drawingml/2006/main" noGrp="1"/>
          </p:cNvSpPr>
          <p:nvPr/>
        </p:nvSpPr>
        <p:spPr>
          <a:xfrm xmlns:a="http://schemas.openxmlformats.org/drawingml/2006/main">
            <a:off x="609600" y="92392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225" b="1">
                <a:solidFill>
                  <a:srgbClr val="FFFFFF"/>
                </a:solidFill>
                <a:latin typeface="Apple SD Gothic Neo"/>
                <a:ea typeface="Apple SD Gothic Neo"/>
                <a:cs typeface="Apple SD Gothic Neo"/>
              </a:defRPr>
            </a:defPPr>
            <a:lvl1pPr>
              <a:defRPr sz="6225" b="1">
                <a:solidFill>
                  <a:srgbClr val="FFFFFF"/>
                </a:solidFill>
                <a:latin typeface="Apple SD Gothic Neo"/>
                <a:ea typeface="Apple SD Gothic Neo"/>
                <a:cs typeface="Apple SD Gothic Neo"/>
              </a:defRPr>
            </a:lvl1pPr>
            <a:lvl2pPr>
              <a:defRPr sz="6225" b="1">
                <a:solidFill>
                  <a:srgbClr val="FFFFFF"/>
                </a:solidFill>
                <a:latin typeface="Apple SD Gothic Neo"/>
                <a:ea typeface="Apple SD Gothic Neo"/>
                <a:cs typeface="Apple SD Gothic Neo"/>
              </a:defRPr>
            </a:lvl2pPr>
            <a:lvl3pPr>
              <a:defRPr sz="6225" b="1">
                <a:solidFill>
                  <a:srgbClr val="FFFFFF"/>
                </a:solidFill>
                <a:latin typeface="Apple SD Gothic Neo"/>
                <a:ea typeface="Apple SD Gothic Neo"/>
                <a:cs typeface="Apple SD Gothic Neo"/>
              </a:defRPr>
            </a:lvl3pPr>
            <a:lvl4pPr>
              <a:defRPr sz="6225" b="1">
                <a:solidFill>
                  <a:srgbClr val="FFFFFF"/>
                </a:solidFill>
                <a:latin typeface="Apple SD Gothic Neo"/>
                <a:ea typeface="Apple SD Gothic Neo"/>
                <a:cs typeface="Apple SD Gothic Neo"/>
              </a:defRPr>
            </a:lvl4pPr>
            <a:lvl5pPr>
              <a:defRPr sz="6225" b="1">
                <a:solidFill>
                  <a:srgbClr val="FFFFFF"/>
                </a:solidFill>
                <a:latin typeface="Apple SD Gothic Neo"/>
                <a:ea typeface="Apple SD Gothic Neo"/>
                <a:cs typeface="Apple SD Gothic Neo"/>
              </a:defRPr>
            </a:lvl5pPr>
            <a:lvl6pPr>
              <a:defRPr sz="6225" b="1">
                <a:solidFill>
                  <a:srgbClr val="FFFFFF"/>
                </a:solidFill>
                <a:latin typeface="Apple SD Gothic Neo"/>
                <a:ea typeface="Apple SD Gothic Neo"/>
                <a:cs typeface="Apple SD Gothic Neo"/>
              </a:defRPr>
            </a:lvl6pPr>
            <a:lvl7pPr>
              <a:defRPr sz="6225" b="1">
                <a:solidFill>
                  <a:srgbClr val="FFFFFF"/>
                </a:solidFill>
                <a:latin typeface="Apple SD Gothic Neo"/>
                <a:ea typeface="Apple SD Gothic Neo"/>
                <a:cs typeface="Apple SD Gothic Neo"/>
              </a:defRPr>
            </a:lvl7pPr>
            <a:lvl8pPr>
              <a:defRPr sz="6225" b="1">
                <a:solidFill>
                  <a:srgbClr val="FFFFFF"/>
                </a:solidFill>
                <a:latin typeface="Apple SD Gothic Neo"/>
                <a:ea typeface="Apple SD Gothic Neo"/>
                <a:cs typeface="Apple SD Gothic Neo"/>
              </a:defRPr>
            </a:lvl8pPr>
            <a:lvl9pPr>
              <a:defRPr sz="6225" b="1">
                <a:solidFill>
                  <a:srgbClr val="FFFFFF"/>
                </a:solidFill>
                <a:latin typeface="Apple SD Gothic Neo"/>
                <a:ea typeface="Apple SD Gothic Neo"/>
                <a:cs typeface="Apple SD Gothic Neo"/>
              </a:defRPr>
            </a:lvl9pPr>
          </a:lstStyle>
          <a:p xmlns:a="http://schemas.openxmlformats.org/drawingml/2006/main">
            <a:pPr>
              <a:defRPr sz="6225" b="1">
                <a:solidFill>
                  <a:srgbClr val="FFFFFF"/>
                </a:solidFill>
                <a:latin typeface="Apple SD Gothic Neo"/>
                <a:ea typeface="Apple SD Gothic Neo"/>
                <a:cs typeface="Apple SD Gothic Neo"/>
              </a:defRPr>
            </a:pPr>
            <a:r>
              <a:rPr sz="6225" b="1">
                <a:solidFill>
                  <a:srgbClr val="FFFFFF"/>
                </a:solidFill>
                <a:latin typeface="Apple SD Gothic Neo"/>
                <a:ea typeface="Apple SD Gothic Neo"/>
                <a:cs typeface="Apple SD Gothic Neo"/>
              </a:rPr>
              <a:t>shiftlink</a:t>
            </a:r>
          </a:p>
        </p:txBody>
      </p:sp>
      <p:sp>
        <p:nvSpPr>
          <p:cNvPr id="4" name="">
            <a:extLst xmlns:a="http://schemas.openxmlformats.org/drawingml/2006/main">
              <a:ext uri="{FF2B5EF4-FFF2-40B4-BE49-F238E27FC236}">
                <a16:creationId xmlns:a16="http://schemas.microsoft.com/office/drawing/2014/main" id="{FF2CE64E-E2B6-4E40-ACCF-A29936594908}"/>
              </a:ext>
            </a:extLst>
          </p:cNvPr>
          <p:cNvSpPr>
            <a:spLocks xmlns:a="http://schemas.openxmlformats.org/drawingml/2006/main" noGrp="1"/>
          </p:cNvSpPr>
          <p:nvPr/>
        </p:nvSpPr>
        <p:spPr>
          <a:xfrm xmlns:a="http://schemas.openxmlformats.org/drawingml/2006/main">
            <a:off x="647700" y="282892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FFFFFF"/>
                </a:solidFill>
                <a:latin typeface="Apple SD Gothic Neo"/>
                <a:ea typeface="Apple SD Gothic Neo"/>
                <a:cs typeface="Apple SD Gothic Neo"/>
              </a:defRPr>
            </a:defPPr>
            <a:lvl1pPr>
              <a:defRPr sz="3225" b="1">
                <a:solidFill>
                  <a:srgbClr val="FFFFFF"/>
                </a:solidFill>
                <a:latin typeface="Apple SD Gothic Neo"/>
                <a:ea typeface="Apple SD Gothic Neo"/>
                <a:cs typeface="Apple SD Gothic Neo"/>
              </a:defRPr>
            </a:lvl1pPr>
            <a:lvl2pPr>
              <a:defRPr sz="3225" b="1">
                <a:solidFill>
                  <a:srgbClr val="FFFFFF"/>
                </a:solidFill>
                <a:latin typeface="Apple SD Gothic Neo"/>
                <a:ea typeface="Apple SD Gothic Neo"/>
                <a:cs typeface="Apple SD Gothic Neo"/>
              </a:defRPr>
            </a:lvl2pPr>
            <a:lvl3pPr>
              <a:defRPr sz="3225" b="1">
                <a:solidFill>
                  <a:srgbClr val="FFFFFF"/>
                </a:solidFill>
                <a:latin typeface="Apple SD Gothic Neo"/>
                <a:ea typeface="Apple SD Gothic Neo"/>
                <a:cs typeface="Apple SD Gothic Neo"/>
              </a:defRPr>
            </a:lvl3pPr>
            <a:lvl4pPr>
              <a:defRPr sz="3225" b="1">
                <a:solidFill>
                  <a:srgbClr val="FFFFFF"/>
                </a:solidFill>
                <a:latin typeface="Apple SD Gothic Neo"/>
                <a:ea typeface="Apple SD Gothic Neo"/>
                <a:cs typeface="Apple SD Gothic Neo"/>
              </a:defRPr>
            </a:lvl4pPr>
            <a:lvl5pPr>
              <a:defRPr sz="3225" b="1">
                <a:solidFill>
                  <a:srgbClr val="FFFFFF"/>
                </a:solidFill>
                <a:latin typeface="Apple SD Gothic Neo"/>
                <a:ea typeface="Apple SD Gothic Neo"/>
                <a:cs typeface="Apple SD Gothic Neo"/>
              </a:defRPr>
            </a:lvl5pPr>
            <a:lvl6pPr>
              <a:defRPr sz="3225" b="1">
                <a:solidFill>
                  <a:srgbClr val="FFFFFF"/>
                </a:solidFill>
                <a:latin typeface="Apple SD Gothic Neo"/>
                <a:ea typeface="Apple SD Gothic Neo"/>
                <a:cs typeface="Apple SD Gothic Neo"/>
              </a:defRPr>
            </a:lvl6pPr>
            <a:lvl7pPr>
              <a:defRPr sz="3225" b="1">
                <a:solidFill>
                  <a:srgbClr val="FFFFFF"/>
                </a:solidFill>
                <a:latin typeface="Apple SD Gothic Neo"/>
                <a:ea typeface="Apple SD Gothic Neo"/>
                <a:cs typeface="Apple SD Gothic Neo"/>
              </a:defRPr>
            </a:lvl7pPr>
            <a:lvl8pPr>
              <a:defRPr sz="3225" b="1">
                <a:solidFill>
                  <a:srgbClr val="FFFFFF"/>
                </a:solidFill>
                <a:latin typeface="Apple SD Gothic Neo"/>
                <a:ea typeface="Apple SD Gothic Neo"/>
                <a:cs typeface="Apple SD Gothic Neo"/>
              </a:defRPr>
            </a:lvl8pPr>
            <a:lvl9pPr>
              <a:defRPr sz="3225" b="1">
                <a:solidFill>
                  <a:srgbClr val="FFFFFF"/>
                </a:solidFill>
                <a:latin typeface="Apple SD Gothic Neo"/>
                <a:ea typeface="Apple SD Gothic Neo"/>
                <a:cs typeface="Apple SD Gothic Neo"/>
              </a:defRPr>
            </a:lvl9pPr>
          </a:lstStyle>
          <a:p xmlns:a="http://schemas.openxmlformats.org/drawingml/2006/main">
            <a:pPr>
              <a:defRPr sz="3225" b="1">
                <a:solidFill>
                  <a:srgbClr val="FFFFFF"/>
                </a:solidFill>
                <a:latin typeface="Apple SD Gothic Neo"/>
                <a:ea typeface="Apple SD Gothic Neo"/>
                <a:cs typeface="Apple SD Gothic Neo"/>
              </a:defRPr>
            </a:pPr>
            <a:r>
              <a:rPr sz="3225" b="1">
                <a:solidFill>
                  <a:srgbClr val="FFFFFF"/>
                </a:solidFill>
                <a:latin typeface="Apple SD Gothic Neo"/>
                <a:ea typeface="Apple SD Gothic Neo"/>
                <a:cs typeface="Apple SD Gothic Neo"/>
              </a:rPr>
              <a:t>베테랑 노하우 기반</a:t>
            </a:r>
          </a:p>
          <a:p xmlns:a="http://schemas.openxmlformats.org/drawingml/2006/main">
            <a:pPr>
              <a:defRPr sz="3225" b="1">
                <a:solidFill>
                  <a:srgbClr val="FFFFFF"/>
                </a:solidFill>
                <a:latin typeface="Apple SD Gothic Neo"/>
                <a:ea typeface="Apple SD Gothic Neo"/>
                <a:cs typeface="Apple SD Gothic Neo"/>
              </a:defRPr>
            </a:pPr>
            <a:r>
              <a:rPr sz="3225" b="1">
                <a:solidFill>
                  <a:srgbClr val="FFFFFF"/>
                </a:solidFill>
                <a:latin typeface="Apple SD Gothic Neo"/>
                <a:ea typeface="Apple SD Gothic Neo"/>
                <a:cs typeface="Apple SD Gothic Neo"/>
              </a:rPr>
              <a:t>포터블 MES 보조 에이전트</a:t>
            </a:r>
          </a:p>
        </p:txBody>
      </p:sp>
      <p:sp>
        <p:nvSpPr>
          <p:cNvPr id="5" name="">
            <a:extLst xmlns:a="http://schemas.openxmlformats.org/drawingml/2006/main">
              <a:ext uri="{FF2B5EF4-FFF2-40B4-BE49-F238E27FC236}">
                <a16:creationId xmlns:a16="http://schemas.microsoft.com/office/drawing/2014/main" id="{37805AA6-A568-4BED-81C4-35A9E4E44CEA}"/>
              </a:ext>
            </a:extLst>
          </p:cNvPr>
          <p:cNvSpPr>
            <a:spLocks xmlns:a="http://schemas.openxmlformats.org/drawingml/2006/main" noGrp="1"/>
          </p:cNvSpPr>
          <p:nvPr/>
        </p:nvSpPr>
        <p:spPr>
          <a:xfrm xmlns:a="http://schemas.openxmlformats.org/drawingml/2006/main">
            <a:off x="666750" y="46672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C3D5D7"/>
                </a:solidFill>
                <a:latin typeface="Apple SD Gothic Neo"/>
                <a:ea typeface="Apple SD Gothic Neo"/>
                <a:cs typeface="Apple SD Gothic Neo"/>
              </a:defRPr>
            </a:defPPr>
            <a:lvl1pPr>
              <a:defRPr sz="2175" b="0">
                <a:solidFill>
                  <a:srgbClr val="C3D5D7"/>
                </a:solidFill>
                <a:latin typeface="Apple SD Gothic Neo"/>
                <a:ea typeface="Apple SD Gothic Neo"/>
                <a:cs typeface="Apple SD Gothic Neo"/>
              </a:defRPr>
            </a:lvl1pPr>
            <a:lvl2pPr>
              <a:defRPr sz="2175" b="0">
                <a:solidFill>
                  <a:srgbClr val="C3D5D7"/>
                </a:solidFill>
                <a:latin typeface="Apple SD Gothic Neo"/>
                <a:ea typeface="Apple SD Gothic Neo"/>
                <a:cs typeface="Apple SD Gothic Neo"/>
              </a:defRPr>
            </a:lvl2pPr>
            <a:lvl3pPr>
              <a:defRPr sz="2175" b="0">
                <a:solidFill>
                  <a:srgbClr val="C3D5D7"/>
                </a:solidFill>
                <a:latin typeface="Apple SD Gothic Neo"/>
                <a:ea typeface="Apple SD Gothic Neo"/>
                <a:cs typeface="Apple SD Gothic Neo"/>
              </a:defRPr>
            </a:lvl3pPr>
            <a:lvl4pPr>
              <a:defRPr sz="2175" b="0">
                <a:solidFill>
                  <a:srgbClr val="C3D5D7"/>
                </a:solidFill>
                <a:latin typeface="Apple SD Gothic Neo"/>
                <a:ea typeface="Apple SD Gothic Neo"/>
                <a:cs typeface="Apple SD Gothic Neo"/>
              </a:defRPr>
            </a:lvl4pPr>
            <a:lvl5pPr>
              <a:defRPr sz="2175" b="0">
                <a:solidFill>
                  <a:srgbClr val="C3D5D7"/>
                </a:solidFill>
                <a:latin typeface="Apple SD Gothic Neo"/>
                <a:ea typeface="Apple SD Gothic Neo"/>
                <a:cs typeface="Apple SD Gothic Neo"/>
              </a:defRPr>
            </a:lvl5pPr>
            <a:lvl6pPr>
              <a:defRPr sz="2175" b="0">
                <a:solidFill>
                  <a:srgbClr val="C3D5D7"/>
                </a:solidFill>
                <a:latin typeface="Apple SD Gothic Neo"/>
                <a:ea typeface="Apple SD Gothic Neo"/>
                <a:cs typeface="Apple SD Gothic Neo"/>
              </a:defRPr>
            </a:lvl6pPr>
            <a:lvl7pPr>
              <a:defRPr sz="2175" b="0">
                <a:solidFill>
                  <a:srgbClr val="C3D5D7"/>
                </a:solidFill>
                <a:latin typeface="Apple SD Gothic Neo"/>
                <a:ea typeface="Apple SD Gothic Neo"/>
                <a:cs typeface="Apple SD Gothic Neo"/>
              </a:defRPr>
            </a:lvl7pPr>
            <a:lvl8pPr>
              <a:defRPr sz="2175" b="0">
                <a:solidFill>
                  <a:srgbClr val="C3D5D7"/>
                </a:solidFill>
                <a:latin typeface="Apple SD Gothic Neo"/>
                <a:ea typeface="Apple SD Gothic Neo"/>
                <a:cs typeface="Apple SD Gothic Neo"/>
              </a:defRPr>
            </a:lvl8pPr>
            <a:lvl9pPr>
              <a:defRPr sz="2175" b="0">
                <a:solidFill>
                  <a:srgbClr val="C3D5D7"/>
                </a:solidFill>
                <a:latin typeface="Apple SD Gothic Neo"/>
                <a:ea typeface="Apple SD Gothic Neo"/>
                <a:cs typeface="Apple SD Gothic Neo"/>
              </a:defRPr>
            </a:lvl9pPr>
          </a:lstStyle>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현장 질문과 조치 기록을</a:t>
            </a:r>
          </a:p>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연결하는 프로젝트</a:t>
            </a:r>
          </a:p>
        </p:txBody>
      </p:sp>
      <p:sp>
        <p:nvSpPr>
          <p:cNvPr id="6" name="">
            <a:extLst xmlns:a="http://schemas.openxmlformats.org/drawingml/2006/main">
              <a:ext uri="{FF2B5EF4-FFF2-40B4-BE49-F238E27FC236}">
                <a16:creationId xmlns:a16="http://schemas.microsoft.com/office/drawing/2014/main" id="{97EFCFD1-A5E9-4B9D-AE29-1F3010E63575}"/>
              </a:ext>
            </a:extLst>
          </p:cNvPr>
          <p:cNvSpPr>
            <a:spLocks xmlns:a="http://schemas.openxmlformats.org/drawingml/2006/main" noGrp="1"/>
          </p:cNvSpPr>
          <p:nvPr/>
        </p:nvSpPr>
        <p:spPr>
          <a:xfrm xmlns:a="http://schemas.openxmlformats.org/drawingml/2006/main">
            <a:off x="666750" y="59626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C3D5D7"/>
                </a:solidFill>
                <a:latin typeface="Apple SD Gothic Neo"/>
                <a:ea typeface="Apple SD Gothic Neo"/>
                <a:cs typeface="Apple SD Gothic Neo"/>
              </a:defRPr>
            </a:defPPr>
            <a:lvl1pPr>
              <a:defRPr sz="1575" b="0">
                <a:solidFill>
                  <a:srgbClr val="C3D5D7"/>
                </a:solidFill>
                <a:latin typeface="Apple SD Gothic Neo"/>
                <a:ea typeface="Apple SD Gothic Neo"/>
                <a:cs typeface="Apple SD Gothic Neo"/>
              </a:defRPr>
            </a:lvl1pPr>
            <a:lvl2pPr>
              <a:defRPr sz="1575" b="0">
                <a:solidFill>
                  <a:srgbClr val="C3D5D7"/>
                </a:solidFill>
                <a:latin typeface="Apple SD Gothic Neo"/>
                <a:ea typeface="Apple SD Gothic Neo"/>
                <a:cs typeface="Apple SD Gothic Neo"/>
              </a:defRPr>
            </a:lvl2pPr>
            <a:lvl3pPr>
              <a:defRPr sz="1575" b="0">
                <a:solidFill>
                  <a:srgbClr val="C3D5D7"/>
                </a:solidFill>
                <a:latin typeface="Apple SD Gothic Neo"/>
                <a:ea typeface="Apple SD Gothic Neo"/>
                <a:cs typeface="Apple SD Gothic Neo"/>
              </a:defRPr>
            </a:lvl3pPr>
            <a:lvl4pPr>
              <a:defRPr sz="1575" b="0">
                <a:solidFill>
                  <a:srgbClr val="C3D5D7"/>
                </a:solidFill>
                <a:latin typeface="Apple SD Gothic Neo"/>
                <a:ea typeface="Apple SD Gothic Neo"/>
                <a:cs typeface="Apple SD Gothic Neo"/>
              </a:defRPr>
            </a:lvl4pPr>
            <a:lvl5pPr>
              <a:defRPr sz="1575" b="0">
                <a:solidFill>
                  <a:srgbClr val="C3D5D7"/>
                </a:solidFill>
                <a:latin typeface="Apple SD Gothic Neo"/>
                <a:ea typeface="Apple SD Gothic Neo"/>
                <a:cs typeface="Apple SD Gothic Neo"/>
              </a:defRPr>
            </a:lvl5pPr>
            <a:lvl6pPr>
              <a:defRPr sz="1575" b="0">
                <a:solidFill>
                  <a:srgbClr val="C3D5D7"/>
                </a:solidFill>
                <a:latin typeface="Apple SD Gothic Neo"/>
                <a:ea typeface="Apple SD Gothic Neo"/>
                <a:cs typeface="Apple SD Gothic Neo"/>
              </a:defRPr>
            </a:lvl6pPr>
            <a:lvl7pPr>
              <a:defRPr sz="1575" b="0">
                <a:solidFill>
                  <a:srgbClr val="C3D5D7"/>
                </a:solidFill>
                <a:latin typeface="Apple SD Gothic Neo"/>
                <a:ea typeface="Apple SD Gothic Neo"/>
                <a:cs typeface="Apple SD Gothic Neo"/>
              </a:defRPr>
            </a:lvl7pPr>
            <a:lvl8pPr>
              <a:defRPr sz="1575" b="0">
                <a:solidFill>
                  <a:srgbClr val="C3D5D7"/>
                </a:solidFill>
                <a:latin typeface="Apple SD Gothic Neo"/>
                <a:ea typeface="Apple SD Gothic Neo"/>
                <a:cs typeface="Apple SD Gothic Neo"/>
              </a:defRPr>
            </a:lvl8pPr>
            <a:lvl9pPr>
              <a:defRPr sz="1575" b="0">
                <a:solidFill>
                  <a:srgbClr val="C3D5D7"/>
                </a:solidFill>
                <a:latin typeface="Apple SD Gothic Neo"/>
                <a:ea typeface="Apple SD Gothic Neo"/>
                <a:cs typeface="Apple SD Gothic Neo"/>
              </a:defRPr>
            </a:lvl9pPr>
          </a:lstStyle>
          <a:p xmlns:a="http://schemas.openxmlformats.org/drawingml/2006/main">
            <a:pPr>
              <a:defRPr sz="1575" b="0">
                <a:solidFill>
                  <a:srgbClr val="C3D5D7"/>
                </a:solidFill>
                <a:latin typeface="Apple SD Gothic Neo"/>
                <a:ea typeface="Apple SD Gothic Neo"/>
                <a:cs typeface="Apple SD Gothic Neo"/>
              </a:defRPr>
            </a:pPr>
            <a:r>
              <a:rPr sz="1575" b="0">
                <a:solidFill>
                  <a:srgbClr val="C3D5D7"/>
                </a:solidFill>
                <a:latin typeface="Apple SD Gothic Neo"/>
                <a:ea typeface="Apple SD Gothic Neo"/>
                <a:cs typeface="Apple SD Gothic Neo"/>
              </a:rPr>
              <a:t>2026.10.20</a:t>
            </a:r>
          </a:p>
        </p:txBody>
      </p:sp>
    </p:spTree>
    <p:extLst>
      <p:ext uri="{BB962C8B-B14F-4D97-AF65-F5344CB8AC3E}">
        <p14:creationId xmlns:p14="http://schemas.microsoft.com/office/powerpoint/2010/main" val="112947491"/>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6254687-51D6-4ECF-9A0D-110C5774C300}"/>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발표 순서</a:t>
            </a:r>
          </a:p>
        </p:txBody>
      </p:sp>
      <p:sp>
        <p:nvSpPr>
          <p:cNvPr id="2" name="">
            <a:extLst xmlns:a="http://schemas.openxmlformats.org/drawingml/2006/main">
              <a:ext uri="{FF2B5EF4-FFF2-40B4-BE49-F238E27FC236}">
                <a16:creationId xmlns:a16="http://schemas.microsoft.com/office/drawing/2014/main" id="{95D5A4AB-B487-4337-A3BC-25303AE0A06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목차</a:t>
            </a:r>
          </a:p>
        </p:txBody>
      </p:sp>
      <p:sp>
        <p:nvSpPr>
          <p:cNvPr id="3" name="">
            <a:extLst xmlns:a="http://schemas.openxmlformats.org/drawingml/2006/main">
              <a:ext uri="{FF2B5EF4-FFF2-40B4-BE49-F238E27FC236}">
                <a16:creationId xmlns:a16="http://schemas.microsoft.com/office/drawing/2014/main" id="{9D7A16D2-F758-484F-A215-0B2F1CE4EF9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02</a:t>
            </a:r>
          </a:p>
        </p:txBody>
      </p:sp>
      <p:sp>
        <p:nvSpPr>
          <p:cNvPr id="4" name="">
            <a:extLst xmlns:a="http://schemas.openxmlformats.org/drawingml/2006/main">
              <a:ext uri="{FF2B5EF4-FFF2-40B4-BE49-F238E27FC236}">
                <a16:creationId xmlns:a16="http://schemas.microsoft.com/office/drawing/2014/main" id="{1153EB33-8B81-4575-9B65-BB434BBEDA2A}"/>
              </a:ext>
            </a:extLst>
          </p:cNvPr>
          <p:cNvSpPr>
            <a:spLocks xmlns:a="http://schemas.openxmlformats.org/drawingml/2006/main" noGrp="1"/>
          </p:cNvSpPr>
          <p:nvPr/>
        </p:nvSpPr>
        <p:spPr>
          <a:xfrm xmlns:a="http://schemas.openxmlformats.org/drawingml/2006/main">
            <a:off x="638175" y="23336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94027289-A514-4761-8FC8-76116E218B92}"/>
              </a:ext>
            </a:extLst>
          </p:cNvPr>
          <p:cNvSpPr>
            <a:spLocks xmlns:a="http://schemas.openxmlformats.org/drawingml/2006/main" noGrp="1"/>
          </p:cNvSpPr>
          <p:nvPr/>
        </p:nvSpPr>
        <p:spPr>
          <a:xfrm xmlns:a="http://schemas.openxmlformats.org/drawingml/2006/main">
            <a:off x="1809750" y="2333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팀 소개</a:t>
            </a:r>
          </a:p>
        </p:txBody>
      </p:sp>
      <p:sp>
        <p:nvSpPr>
          <p:cNvPr id="6" name="">
            <a:extLst xmlns:a="http://schemas.openxmlformats.org/drawingml/2006/main">
              <a:ext uri="{FF2B5EF4-FFF2-40B4-BE49-F238E27FC236}">
                <a16:creationId xmlns:a16="http://schemas.microsoft.com/office/drawing/2014/main" id="{9F66B502-4B4B-4709-9CC8-36B748BEC1A4}"/>
              </a:ext>
            </a:extLst>
          </p:cNvPr>
          <p:cNvSpPr>
            <a:spLocks xmlns:a="http://schemas.openxmlformats.org/drawingml/2006/main" noGrp="1"/>
          </p:cNvSpPr>
          <p:nvPr/>
        </p:nvSpPr>
        <p:spPr>
          <a:xfrm xmlns:a="http://schemas.openxmlformats.org/drawingml/2006/main">
            <a:off x="638175" y="3048000"/>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2933901-7222-4688-ABB0-6D2409B8BFAF}"/>
              </a:ext>
            </a:extLst>
          </p:cNvPr>
          <p:cNvSpPr>
            <a:spLocks xmlns:a="http://schemas.openxmlformats.org/drawingml/2006/main" noGrp="1"/>
          </p:cNvSpPr>
          <p:nvPr/>
        </p:nvSpPr>
        <p:spPr>
          <a:xfrm xmlns:a="http://schemas.openxmlformats.org/drawingml/2006/main">
            <a:off x="1809750" y="30480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프로젝트 개요</a:t>
            </a:r>
          </a:p>
        </p:txBody>
      </p:sp>
      <p:sp>
        <p:nvSpPr>
          <p:cNvPr id="8" name="">
            <a:extLst xmlns:a="http://schemas.openxmlformats.org/drawingml/2006/main">
              <a:ext uri="{FF2B5EF4-FFF2-40B4-BE49-F238E27FC236}">
                <a16:creationId xmlns:a16="http://schemas.microsoft.com/office/drawing/2014/main" id="{12AFC2EE-3189-45F6-91C1-CAD5B66586AC}"/>
              </a:ext>
            </a:extLst>
          </p:cNvPr>
          <p:cNvSpPr>
            <a:spLocks xmlns:a="http://schemas.openxmlformats.org/drawingml/2006/main" noGrp="1"/>
          </p:cNvSpPr>
          <p:nvPr/>
        </p:nvSpPr>
        <p:spPr>
          <a:xfrm xmlns:a="http://schemas.openxmlformats.org/drawingml/2006/main">
            <a:off x="638175" y="376237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03</a:t>
            </a:r>
          </a:p>
        </p:txBody>
      </p:sp>
      <p:sp>
        <p:nvSpPr>
          <p:cNvPr id="9" name="">
            <a:extLst xmlns:a="http://schemas.openxmlformats.org/drawingml/2006/main">
              <a:ext uri="{FF2B5EF4-FFF2-40B4-BE49-F238E27FC236}">
                <a16:creationId xmlns:a16="http://schemas.microsoft.com/office/drawing/2014/main" id="{DA3AEF4A-8D41-4B4D-835F-3E1812427B2B}"/>
              </a:ext>
            </a:extLst>
          </p:cNvPr>
          <p:cNvSpPr>
            <a:spLocks xmlns:a="http://schemas.openxmlformats.org/drawingml/2006/main" noGrp="1"/>
          </p:cNvSpPr>
          <p:nvPr/>
        </p:nvSpPr>
        <p:spPr>
          <a:xfrm xmlns:a="http://schemas.openxmlformats.org/drawingml/2006/main">
            <a:off x="1809750" y="37623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AI 모델 평가</a:t>
            </a:r>
          </a:p>
        </p:txBody>
      </p:sp>
      <p:sp>
        <p:nvSpPr>
          <p:cNvPr id="10" name="">
            <a:extLst xmlns:a="http://schemas.openxmlformats.org/drawingml/2006/main">
              <a:ext uri="{FF2B5EF4-FFF2-40B4-BE49-F238E27FC236}">
                <a16:creationId xmlns:a16="http://schemas.microsoft.com/office/drawing/2014/main" id="{4CB28252-163A-4D31-9FAE-0F50934CBAC6}"/>
              </a:ext>
            </a:extLst>
          </p:cNvPr>
          <p:cNvSpPr>
            <a:spLocks xmlns:a="http://schemas.openxmlformats.org/drawingml/2006/main" noGrp="1"/>
          </p:cNvSpPr>
          <p:nvPr/>
        </p:nvSpPr>
        <p:spPr>
          <a:xfrm xmlns:a="http://schemas.openxmlformats.org/drawingml/2006/main">
            <a:off x="638175" y="4476750"/>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04</a:t>
            </a:r>
          </a:p>
        </p:txBody>
      </p:sp>
      <p:sp>
        <p:nvSpPr>
          <p:cNvPr id="11" name="">
            <a:extLst xmlns:a="http://schemas.openxmlformats.org/drawingml/2006/main">
              <a:ext uri="{FF2B5EF4-FFF2-40B4-BE49-F238E27FC236}">
                <a16:creationId xmlns:a16="http://schemas.microsoft.com/office/drawing/2014/main" id="{06087BE7-7B05-4C75-A473-F5E3F8F84D4E}"/>
              </a:ext>
            </a:extLst>
          </p:cNvPr>
          <p:cNvSpPr>
            <a:spLocks xmlns:a="http://schemas.openxmlformats.org/drawingml/2006/main" noGrp="1"/>
          </p:cNvSpPr>
          <p:nvPr/>
        </p:nvSpPr>
        <p:spPr>
          <a:xfrm xmlns:a="http://schemas.openxmlformats.org/drawingml/2006/main">
            <a:off x="1809750" y="4476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시연</a:t>
            </a:r>
          </a:p>
        </p:txBody>
      </p:sp>
      <p:sp>
        <p:nvSpPr>
          <p:cNvPr id="12" name="">
            <a:extLst xmlns:a="http://schemas.openxmlformats.org/drawingml/2006/main">
              <a:ext uri="{FF2B5EF4-FFF2-40B4-BE49-F238E27FC236}">
                <a16:creationId xmlns:a16="http://schemas.microsoft.com/office/drawing/2014/main" id="{E189A326-C281-4707-860E-6A6C14F07CE8}"/>
              </a:ext>
            </a:extLst>
          </p:cNvPr>
          <p:cNvSpPr>
            <a:spLocks xmlns:a="http://schemas.openxmlformats.org/drawingml/2006/main" noGrp="1"/>
          </p:cNvSpPr>
          <p:nvPr/>
        </p:nvSpPr>
        <p:spPr>
          <a:xfrm xmlns:a="http://schemas.openxmlformats.org/drawingml/2006/main">
            <a:off x="638175" y="5191125"/>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05</a:t>
            </a:r>
          </a:p>
        </p:txBody>
      </p:sp>
      <p:sp>
        <p:nvSpPr>
          <p:cNvPr id="13" name="">
            <a:extLst xmlns:a="http://schemas.openxmlformats.org/drawingml/2006/main">
              <a:ext uri="{FF2B5EF4-FFF2-40B4-BE49-F238E27FC236}">
                <a16:creationId xmlns:a16="http://schemas.microsoft.com/office/drawing/2014/main" id="{565EED26-034E-4B07-A3D5-2CFE4030331D}"/>
              </a:ext>
            </a:extLst>
          </p:cNvPr>
          <p:cNvSpPr>
            <a:spLocks xmlns:a="http://schemas.openxmlformats.org/drawingml/2006/main" noGrp="1"/>
          </p:cNvSpPr>
          <p:nvPr/>
        </p:nvSpPr>
        <p:spPr>
          <a:xfrm xmlns:a="http://schemas.openxmlformats.org/drawingml/2006/main">
            <a:off x="1809750" y="51911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프로젝트 소감</a:t>
            </a:r>
          </a:p>
        </p:txBody>
      </p:sp>
    </p:spTree>
    <p:extLst>
      <p:ext uri="{BB962C8B-B14F-4D97-AF65-F5344CB8AC3E}">
        <p14:creationId xmlns:p14="http://schemas.microsoft.com/office/powerpoint/2010/main" val="709034632"/>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492227-5246-4725-AF07-9E43A747900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팀 소개</a:t>
            </a:r>
          </a:p>
        </p:txBody>
      </p:sp>
      <p:sp>
        <p:nvSpPr>
          <p:cNvPr id="2" name="">
            <a:extLst xmlns:a="http://schemas.openxmlformats.org/drawingml/2006/main">
              <a:ext uri="{FF2B5EF4-FFF2-40B4-BE49-F238E27FC236}">
                <a16:creationId xmlns:a16="http://schemas.microsoft.com/office/drawing/2014/main" id="{3DF44C74-2763-4A53-AC74-FA36FE85B745}"/>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팀 소개와 업무 분담</a:t>
            </a:r>
          </a:p>
        </p:txBody>
      </p:sp>
      <p:sp>
        <p:nvSpPr>
          <p:cNvPr id="3" name="">
            <a:extLst xmlns:a="http://schemas.openxmlformats.org/drawingml/2006/main">
              <a:ext uri="{FF2B5EF4-FFF2-40B4-BE49-F238E27FC236}">
                <a16:creationId xmlns:a16="http://schemas.microsoft.com/office/drawing/2014/main" id="{F8F6C9D4-248E-43CD-9368-DAF44366AD9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03</a:t>
            </a:r>
          </a:p>
        </p:txBody>
      </p:sp>
      <p:sp>
        <p:nvSpPr>
          <p:cNvPr id="4" name="">
            <a:extLst xmlns:a="http://schemas.openxmlformats.org/drawingml/2006/main">
              <a:ext uri="{FF2B5EF4-FFF2-40B4-BE49-F238E27FC236}">
                <a16:creationId xmlns:a16="http://schemas.microsoft.com/office/drawing/2014/main" id="{0CD92F6F-097D-4D86-9A07-B09BC6C7EC48}"/>
              </a:ext>
            </a:extLst>
          </p:cNvPr>
          <p:cNvSpPr>
            <a:spLocks xmlns:a="http://schemas.openxmlformats.org/drawingml/2006/main" noGrp="1"/>
          </p:cNvSpPr>
          <p:nvPr/>
        </p:nvSpPr>
        <p:spPr>
          <a:xfrm xmlns:a="http://schemas.openxmlformats.org/drawingml/2006/main">
            <a:off x="6096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유현준</a:t>
            </a:r>
          </a:p>
        </p:txBody>
      </p:sp>
      <p:sp>
        <p:nvSpPr>
          <p:cNvPr id="5" name="">
            <a:extLst xmlns:a="http://schemas.openxmlformats.org/drawingml/2006/main">
              <a:ext uri="{FF2B5EF4-FFF2-40B4-BE49-F238E27FC236}">
                <a16:creationId xmlns:a16="http://schemas.microsoft.com/office/drawing/2014/main" id="{A7827FE5-A062-424D-A34E-F47D61337B06}"/>
              </a:ext>
            </a:extLst>
          </p:cNvPr>
          <p:cNvSpPr>
            <a:spLocks xmlns:a="http://schemas.openxmlformats.org/drawingml/2006/main" noGrp="1"/>
          </p:cNvSpPr>
          <p:nvPr/>
        </p:nvSpPr>
        <p:spPr>
          <a:xfrm xmlns:a="http://schemas.openxmlformats.org/drawingml/2006/main">
            <a:off x="6096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에이전트·스키마</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서비스 통합</a:t>
            </a:r>
          </a:p>
        </p:txBody>
      </p:sp>
      <p:sp>
        <p:nvSpPr>
          <p:cNvPr id="6" name="">
            <a:extLst xmlns:a="http://schemas.openxmlformats.org/drawingml/2006/main">
              <a:ext uri="{FF2B5EF4-FFF2-40B4-BE49-F238E27FC236}">
                <a16:creationId xmlns:a16="http://schemas.microsoft.com/office/drawing/2014/main" id="{84EC9546-EC0B-456A-A073-18068FBF29A6}"/>
              </a:ext>
            </a:extLst>
          </p:cNvPr>
          <p:cNvSpPr>
            <a:spLocks xmlns:a="http://schemas.openxmlformats.org/drawingml/2006/main" noGrp="1"/>
          </p:cNvSpPr>
          <p:nvPr/>
        </p:nvSpPr>
        <p:spPr>
          <a:xfrm xmlns:a="http://schemas.openxmlformats.org/drawingml/2006/main">
            <a:off x="34290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최재영</a:t>
            </a:r>
          </a:p>
        </p:txBody>
      </p:sp>
      <p:sp>
        <p:nvSpPr>
          <p:cNvPr id="7" name="">
            <a:extLst xmlns:a="http://schemas.openxmlformats.org/drawingml/2006/main">
              <a:ext uri="{FF2B5EF4-FFF2-40B4-BE49-F238E27FC236}">
                <a16:creationId xmlns:a16="http://schemas.microsoft.com/office/drawing/2014/main" id="{CB362A8F-5327-4973-89F7-1A8799693466}"/>
              </a:ext>
            </a:extLst>
          </p:cNvPr>
          <p:cNvSpPr>
            <a:spLocks xmlns:a="http://schemas.openxmlformats.org/drawingml/2006/main" noGrp="1"/>
          </p:cNvSpPr>
          <p:nvPr/>
        </p:nvSpPr>
        <p:spPr>
          <a:xfrm xmlns:a="http://schemas.openxmlformats.org/drawingml/2006/main">
            <a:off x="34290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RAG·모델 실험</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데이터</a:t>
            </a:r>
          </a:p>
        </p:txBody>
      </p:sp>
      <p:sp>
        <p:nvSpPr>
          <p:cNvPr id="8" name="">
            <a:extLst xmlns:a="http://schemas.openxmlformats.org/drawingml/2006/main">
              <a:ext uri="{FF2B5EF4-FFF2-40B4-BE49-F238E27FC236}">
                <a16:creationId xmlns:a16="http://schemas.microsoft.com/office/drawing/2014/main" id="{40BC935F-76EB-4546-9F3E-C30CBA1C3526}"/>
              </a:ext>
            </a:extLst>
          </p:cNvPr>
          <p:cNvSpPr>
            <a:spLocks xmlns:a="http://schemas.openxmlformats.org/drawingml/2006/main" noGrp="1"/>
          </p:cNvSpPr>
          <p:nvPr/>
        </p:nvSpPr>
        <p:spPr>
          <a:xfrm xmlns:a="http://schemas.openxmlformats.org/drawingml/2006/main">
            <a:off x="62484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182C34"/>
                </a:solidFill>
                <a:latin typeface="Apple SD Gothic Neo"/>
                <a:ea typeface="Apple SD Gothic Neo"/>
                <a:cs typeface="Apple SD Gothic Neo"/>
              </a:defRPr>
            </a:defPPr>
            <a:lvl1pPr>
              <a:defRPr sz="3075" b="1">
                <a:solidFill>
                  <a:srgbClr val="182C34"/>
                </a:solidFill>
                <a:latin typeface="Apple SD Gothic Neo"/>
                <a:ea typeface="Apple SD Gothic Neo"/>
                <a:cs typeface="Apple SD Gothic Neo"/>
              </a:defRPr>
            </a:lvl1pPr>
            <a:lvl2pPr>
              <a:defRPr sz="3075" b="1">
                <a:solidFill>
                  <a:srgbClr val="182C34"/>
                </a:solidFill>
                <a:latin typeface="Apple SD Gothic Neo"/>
                <a:ea typeface="Apple SD Gothic Neo"/>
                <a:cs typeface="Apple SD Gothic Neo"/>
              </a:defRPr>
            </a:lvl2pPr>
            <a:lvl3pPr>
              <a:defRPr sz="3075" b="1">
                <a:solidFill>
                  <a:srgbClr val="182C34"/>
                </a:solidFill>
                <a:latin typeface="Apple SD Gothic Neo"/>
                <a:ea typeface="Apple SD Gothic Neo"/>
                <a:cs typeface="Apple SD Gothic Neo"/>
              </a:defRPr>
            </a:lvl3pPr>
            <a:lvl4pPr>
              <a:defRPr sz="3075" b="1">
                <a:solidFill>
                  <a:srgbClr val="182C34"/>
                </a:solidFill>
                <a:latin typeface="Apple SD Gothic Neo"/>
                <a:ea typeface="Apple SD Gothic Neo"/>
                <a:cs typeface="Apple SD Gothic Neo"/>
              </a:defRPr>
            </a:lvl4pPr>
            <a:lvl5pPr>
              <a:defRPr sz="3075" b="1">
                <a:solidFill>
                  <a:srgbClr val="182C34"/>
                </a:solidFill>
                <a:latin typeface="Apple SD Gothic Neo"/>
                <a:ea typeface="Apple SD Gothic Neo"/>
                <a:cs typeface="Apple SD Gothic Neo"/>
              </a:defRPr>
            </a:lvl5pPr>
            <a:lvl6pPr>
              <a:defRPr sz="3075" b="1">
                <a:solidFill>
                  <a:srgbClr val="182C34"/>
                </a:solidFill>
                <a:latin typeface="Apple SD Gothic Neo"/>
                <a:ea typeface="Apple SD Gothic Neo"/>
                <a:cs typeface="Apple SD Gothic Neo"/>
              </a:defRPr>
            </a:lvl6pPr>
            <a:lvl7pPr>
              <a:defRPr sz="3075" b="1">
                <a:solidFill>
                  <a:srgbClr val="182C34"/>
                </a:solidFill>
                <a:latin typeface="Apple SD Gothic Neo"/>
                <a:ea typeface="Apple SD Gothic Neo"/>
                <a:cs typeface="Apple SD Gothic Neo"/>
              </a:defRPr>
            </a:lvl7pPr>
            <a:lvl8pPr>
              <a:defRPr sz="3075" b="1">
                <a:solidFill>
                  <a:srgbClr val="182C34"/>
                </a:solidFill>
                <a:latin typeface="Apple SD Gothic Neo"/>
                <a:ea typeface="Apple SD Gothic Neo"/>
                <a:cs typeface="Apple SD Gothic Neo"/>
              </a:defRPr>
            </a:lvl8pPr>
            <a:lvl9pPr>
              <a:defRPr sz="3075" b="1">
                <a:solidFill>
                  <a:srgbClr val="182C34"/>
                </a:solidFill>
                <a:latin typeface="Apple SD Gothic Neo"/>
                <a:ea typeface="Apple SD Gothic Neo"/>
                <a:cs typeface="Apple SD Gothic Neo"/>
              </a:defRPr>
            </a:lvl9pPr>
          </a:lstStyle>
          <a:p xmlns:a="http://schemas.openxmlformats.org/drawingml/2006/main">
            <a:pPr>
              <a:defRPr sz="3075" b="1">
                <a:solidFill>
                  <a:srgbClr val="182C34"/>
                </a:solidFill>
                <a:latin typeface="Apple SD Gothic Neo"/>
                <a:ea typeface="Apple SD Gothic Neo"/>
                <a:cs typeface="Apple SD Gothic Neo"/>
              </a:defRPr>
            </a:pPr>
            <a:r>
              <a:rPr sz="3075" b="1">
                <a:solidFill>
                  <a:srgbClr val="182C34"/>
                </a:solidFill>
                <a:latin typeface="Apple SD Gothic Neo"/>
                <a:ea typeface="Apple SD Gothic Neo"/>
                <a:cs typeface="Apple SD Gothic Neo"/>
              </a:rPr>
              <a:t>허재원</a:t>
            </a:r>
          </a:p>
        </p:txBody>
      </p:sp>
      <p:sp>
        <p:nvSpPr>
          <p:cNvPr id="9" name="">
            <a:extLst xmlns:a="http://schemas.openxmlformats.org/drawingml/2006/main">
              <a:ext uri="{FF2B5EF4-FFF2-40B4-BE49-F238E27FC236}">
                <a16:creationId xmlns:a16="http://schemas.microsoft.com/office/drawing/2014/main" id="{C06E47E1-8FA3-4A24-8D83-3E79F1C6BF28}"/>
              </a:ext>
            </a:extLst>
          </p:cNvPr>
          <p:cNvSpPr>
            <a:spLocks xmlns:a="http://schemas.openxmlformats.org/drawingml/2006/main" noGrp="1"/>
          </p:cNvSpPr>
          <p:nvPr/>
        </p:nvSpPr>
        <p:spPr>
          <a:xfrm xmlns:a="http://schemas.openxmlformats.org/drawingml/2006/main">
            <a:off x="62484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Jetson·추론·저장</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장비 연동</a:t>
            </a:r>
          </a:p>
        </p:txBody>
      </p:sp>
      <p:sp>
        <p:nvSpPr>
          <p:cNvPr id="10" name="">
            <a:extLst xmlns:a="http://schemas.openxmlformats.org/drawingml/2006/main">
              <a:ext uri="{FF2B5EF4-FFF2-40B4-BE49-F238E27FC236}">
                <a16:creationId xmlns:a16="http://schemas.microsoft.com/office/drawing/2014/main" id="{DA755494-FD14-4F6B-B25D-C9AE7CD78CCF}"/>
              </a:ext>
            </a:extLst>
          </p:cNvPr>
          <p:cNvSpPr>
            <a:spLocks xmlns:a="http://schemas.openxmlformats.org/drawingml/2006/main" noGrp="1"/>
          </p:cNvSpPr>
          <p:nvPr/>
        </p:nvSpPr>
        <p:spPr>
          <a:xfrm xmlns:a="http://schemas.openxmlformats.org/drawingml/2006/main">
            <a:off x="9067800" y="2619375"/>
            <a:ext cx="252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75" b="1">
                <a:solidFill>
                  <a:srgbClr val="CB4A29"/>
                </a:solidFill>
                <a:latin typeface="Apple SD Gothic Neo"/>
                <a:ea typeface="Apple SD Gothic Neo"/>
                <a:cs typeface="Apple SD Gothic Neo"/>
              </a:defRPr>
            </a:defPPr>
            <a:lvl1pPr>
              <a:defRPr sz="3075" b="1">
                <a:solidFill>
                  <a:srgbClr val="CB4A29"/>
                </a:solidFill>
                <a:latin typeface="Apple SD Gothic Neo"/>
                <a:ea typeface="Apple SD Gothic Neo"/>
                <a:cs typeface="Apple SD Gothic Neo"/>
              </a:defRPr>
            </a:lvl1pPr>
            <a:lvl2pPr>
              <a:defRPr sz="3075" b="1">
                <a:solidFill>
                  <a:srgbClr val="CB4A29"/>
                </a:solidFill>
                <a:latin typeface="Apple SD Gothic Neo"/>
                <a:ea typeface="Apple SD Gothic Neo"/>
                <a:cs typeface="Apple SD Gothic Neo"/>
              </a:defRPr>
            </a:lvl2pPr>
            <a:lvl3pPr>
              <a:defRPr sz="3075" b="1">
                <a:solidFill>
                  <a:srgbClr val="CB4A29"/>
                </a:solidFill>
                <a:latin typeface="Apple SD Gothic Neo"/>
                <a:ea typeface="Apple SD Gothic Neo"/>
                <a:cs typeface="Apple SD Gothic Neo"/>
              </a:defRPr>
            </a:lvl3pPr>
            <a:lvl4pPr>
              <a:defRPr sz="3075" b="1">
                <a:solidFill>
                  <a:srgbClr val="CB4A29"/>
                </a:solidFill>
                <a:latin typeface="Apple SD Gothic Neo"/>
                <a:ea typeface="Apple SD Gothic Neo"/>
                <a:cs typeface="Apple SD Gothic Neo"/>
              </a:defRPr>
            </a:lvl4pPr>
            <a:lvl5pPr>
              <a:defRPr sz="3075" b="1">
                <a:solidFill>
                  <a:srgbClr val="CB4A29"/>
                </a:solidFill>
                <a:latin typeface="Apple SD Gothic Neo"/>
                <a:ea typeface="Apple SD Gothic Neo"/>
                <a:cs typeface="Apple SD Gothic Neo"/>
              </a:defRPr>
            </a:lvl5pPr>
            <a:lvl6pPr>
              <a:defRPr sz="3075" b="1">
                <a:solidFill>
                  <a:srgbClr val="CB4A29"/>
                </a:solidFill>
                <a:latin typeface="Apple SD Gothic Neo"/>
                <a:ea typeface="Apple SD Gothic Neo"/>
                <a:cs typeface="Apple SD Gothic Neo"/>
              </a:defRPr>
            </a:lvl6pPr>
            <a:lvl7pPr>
              <a:defRPr sz="3075" b="1">
                <a:solidFill>
                  <a:srgbClr val="CB4A29"/>
                </a:solidFill>
                <a:latin typeface="Apple SD Gothic Neo"/>
                <a:ea typeface="Apple SD Gothic Neo"/>
                <a:cs typeface="Apple SD Gothic Neo"/>
              </a:defRPr>
            </a:lvl7pPr>
            <a:lvl8pPr>
              <a:defRPr sz="3075" b="1">
                <a:solidFill>
                  <a:srgbClr val="CB4A29"/>
                </a:solidFill>
                <a:latin typeface="Apple SD Gothic Neo"/>
                <a:ea typeface="Apple SD Gothic Neo"/>
                <a:cs typeface="Apple SD Gothic Neo"/>
              </a:defRPr>
            </a:lvl8pPr>
            <a:lvl9pPr>
              <a:defRPr sz="3075" b="1">
                <a:solidFill>
                  <a:srgbClr val="CB4A29"/>
                </a:solidFill>
                <a:latin typeface="Apple SD Gothic Neo"/>
                <a:ea typeface="Apple SD Gothic Neo"/>
                <a:cs typeface="Apple SD Gothic Neo"/>
              </a:defRPr>
            </a:lvl9pPr>
          </a:lstStyle>
          <a:p xmlns:a="http://schemas.openxmlformats.org/drawingml/2006/main">
            <a:pPr>
              <a:defRPr sz="3075" b="1">
                <a:solidFill>
                  <a:srgbClr val="CB4A29"/>
                </a:solidFill>
                <a:latin typeface="Apple SD Gothic Neo"/>
                <a:ea typeface="Apple SD Gothic Neo"/>
                <a:cs typeface="Apple SD Gothic Neo"/>
              </a:defRPr>
            </a:pPr>
            <a:r>
              <a:rPr sz="3075" b="1">
                <a:solidFill>
                  <a:srgbClr val="CB4A29"/>
                </a:solidFill>
                <a:latin typeface="Apple SD Gothic Neo"/>
                <a:ea typeface="Apple SD Gothic Neo"/>
                <a:cs typeface="Apple SD Gothic Neo"/>
              </a:rPr>
              <a:t>전혜민</a:t>
            </a:r>
          </a:p>
        </p:txBody>
      </p:sp>
      <p:sp>
        <p:nvSpPr>
          <p:cNvPr id="11" name="">
            <a:extLst xmlns:a="http://schemas.openxmlformats.org/drawingml/2006/main">
              <a:ext uri="{FF2B5EF4-FFF2-40B4-BE49-F238E27FC236}">
                <a16:creationId xmlns:a16="http://schemas.microsoft.com/office/drawing/2014/main" id="{EC6951AF-71B5-4F5A-AECF-9AD859C25814}"/>
              </a:ext>
            </a:extLst>
          </p:cNvPr>
          <p:cNvSpPr>
            <a:spLocks xmlns:a="http://schemas.openxmlformats.org/drawingml/2006/main" noGrp="1"/>
          </p:cNvSpPr>
          <p:nvPr/>
        </p:nvSpPr>
        <p:spPr>
          <a:xfrm xmlns:a="http://schemas.openxmlformats.org/drawingml/2006/main">
            <a:off x="9067800" y="3648075"/>
            <a:ext cx="2524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PM·QA</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평가·시나리오</a:t>
            </a:r>
          </a:p>
        </p:txBody>
      </p:sp>
      <p:sp>
        <p:nvSpPr>
          <p:cNvPr id="12" name="">
            <a:extLst xmlns:a="http://schemas.openxmlformats.org/drawingml/2006/main">
              <a:ext uri="{FF2B5EF4-FFF2-40B4-BE49-F238E27FC236}">
                <a16:creationId xmlns:a16="http://schemas.microsoft.com/office/drawing/2014/main" id="{9670DBE8-7A2F-4F18-93B4-40DA7D52A6CB}"/>
              </a:ext>
            </a:extLst>
          </p:cNvPr>
          <p:cNvSpPr>
            <a:spLocks xmlns:a="http://schemas.openxmlformats.org/drawingml/2006/main" noGrp="1"/>
          </p:cNvSpPr>
          <p:nvPr/>
        </p:nvSpPr>
        <p:spPr>
          <a:xfrm xmlns:a="http://schemas.openxmlformats.org/drawingml/2006/main">
            <a:off x="619125" y="5667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공동 개발: 모의 MES  유현준·허재원</a:t>
            </a:r>
          </a:p>
        </p:txBody>
      </p:sp>
    </p:spTree>
    <p:extLst>
      <p:ext uri="{BB962C8B-B14F-4D97-AF65-F5344CB8AC3E}">
        <p14:creationId xmlns:p14="http://schemas.microsoft.com/office/powerpoint/2010/main" val="919690291"/>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78FA0F-FC71-439C-9108-4F1B325FCB92}"/>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팀 소개</a:t>
            </a:r>
          </a:p>
        </p:txBody>
      </p:sp>
      <p:sp>
        <p:nvSpPr>
          <p:cNvPr id="2" name="">
            <a:extLst xmlns:a="http://schemas.openxmlformats.org/drawingml/2006/main">
              <a:ext uri="{FF2B5EF4-FFF2-40B4-BE49-F238E27FC236}">
                <a16:creationId xmlns:a16="http://schemas.microsoft.com/office/drawing/2014/main" id="{36A0AADE-06FF-4D96-B910-E3CE7FEC092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프로젝트에 사용한 AI 모델</a:t>
            </a:r>
          </a:p>
        </p:txBody>
      </p:sp>
      <p:sp>
        <p:nvSpPr>
          <p:cNvPr id="3" name="">
            <a:extLst xmlns:a="http://schemas.openxmlformats.org/drawingml/2006/main">
              <a:ext uri="{FF2B5EF4-FFF2-40B4-BE49-F238E27FC236}">
                <a16:creationId xmlns:a16="http://schemas.microsoft.com/office/drawing/2014/main" id="{ED7AE16D-0588-4B40-B899-06396706EBA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04</a:t>
            </a:r>
          </a:p>
        </p:txBody>
      </p:sp>
      <p:graphicFrame>
        <p:nvGraphicFramePr>
          <p:cNvPr id="4" name="">
            <a:extLst xmlns:a="http://schemas.openxmlformats.org/drawingml/2006/main">
              <a:ext uri="{FF2B5EF4-FFF2-40B4-BE49-F238E27FC236}">
                <a16:creationId xmlns:a16="http://schemas.microsoft.com/office/drawing/2014/main" id="{8558C5F9-228C-43FE-9A9F-188C23859029}"/>
              </a:ext>
            </a:extLst>
          </p:cNvPr>
          <p:cNvGraphicFramePr/>
          <p:nvPr/>
        </p:nvGraphicFramePr>
        <p:xfrm>
          <a:off xmlns:a="http://schemas.openxmlformats.org/drawingml/2006/main" x="609600" y="2190750"/>
          <a:ext xmlns:a="http://schemas.openxmlformats.org/drawingml/2006/main" cx="10972800" cy="3286125"/>
        </p:xfrm>
        <a:graphic xmlns:a="http://schemas.openxmlformats.org/drawingml/2006/main">
          <a:graphicData uri="http://schemas.openxmlformats.org/drawingml/2006/table">
            <a:tbl>
              <a:tblPr/>
              <a:tblGrid>
                <a:gridCol w="2428875"/>
                <a:gridCol w="5810250"/>
                <a:gridCol w="2733675"/>
              </a:tblGrid>
              <a:tr h="657225">
                <a:tc>
                  <a:txBody>
                    <a:bodyPr/>
                    <a:lstStyle/>
                    <a:p>
                      <a:r>
                        <a:rPr sz="1800" b="1">
                          <a:solidFill>
                            <a:srgbClr val="FFFFFF"/>
                          </a:solidFill>
                          <a:latin typeface="Apple SD Gothic Neo"/>
                          <a:ea typeface="Apple SD Gothic Neo"/>
                          <a:cs typeface="Apple SD Gothic Neo"/>
                        </a:rPr>
                        <a:t>역할</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사용 모델</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실행 위치</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57225">
                <a:tc>
                  <a:txBody>
                    <a:bodyPr/>
                    <a:lstStyle/>
                    <a:p>
                      <a:r>
                        <a:rPr sz="1800" b="0">
                          <a:solidFill>
                            <a:srgbClr val="182C34"/>
                          </a:solidFill>
                          <a:latin typeface="Apple SD Gothic Neo"/>
                          <a:ea typeface="Apple SD Gothic Neo"/>
                          <a:cs typeface="Apple SD Gothic Neo"/>
                        </a:rPr>
                        <a:t>설비 사진 분류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MobileNetV3-Small FP32</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라즈베리파이 4</a:t>
                      </a:r>
                    </a:p>
                  </a:txBody>
                  <a:tcPr marL="91440" marR="91440" marT="45720" marB="45720">
                    <a:lnR w="9525">
                      <a:solidFill>
                        <a:srgbClr val="D4DCD9"/>
                      </a:solidFill>
                      <a:prstDash val="solid"/>
                    </a:lnR>
                    <a:lnB w="9525">
                      <a:solidFill>
                        <a:srgbClr val="D4DCD9"/>
                      </a:solidFill>
                      <a:prstDash val="solid"/>
                    </a:lnB>
                    <a:solidFill>
                      <a:srgbClr val="FFFFFF"/>
                    </a:solidFill>
                  </a:tcPr>
                </a:tc>
              </a:tr>
              <a:tr h="657225">
                <a:tc>
                  <a:txBody>
                    <a:bodyPr/>
                    <a:lstStyle/>
                    <a:p>
                      <a:r>
                        <a:rPr sz="1800" b="0">
                          <a:solidFill>
                            <a:srgbClr val="182C34"/>
                          </a:solidFill>
                          <a:latin typeface="Apple SD Gothic Neo"/>
                          <a:ea typeface="Apple SD Gothic Neo"/>
                          <a:cs typeface="Apple SD Gothic Neo"/>
                        </a:rPr>
                        <a:t>근거 검색</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embeddinggemma</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E9EFEB"/>
                    </a:solidFill>
                  </a:tcPr>
                </a:tc>
              </a:tr>
              <a:tr h="657225">
                <a:tc>
                  <a:txBody>
                    <a:bodyPr/>
                    <a:lstStyle/>
                    <a:p>
                      <a:r>
                        <a:rPr sz="1800" b="0">
                          <a:solidFill>
                            <a:srgbClr val="182C34"/>
                          </a:solidFill>
                          <a:latin typeface="Apple SD Gothic Neo"/>
                          <a:ea typeface="Apple SD Gothic Neo"/>
                          <a:cs typeface="Apple SD Gothic Neo"/>
                        </a:rPr>
                        <a:t>근거 판정</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exaone-sft-judge</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FFFFFF"/>
                    </a:solidFill>
                  </a:tcPr>
                </a:tc>
              </a:tr>
              <a:tr h="657225">
                <a:tc>
                  <a:txBody>
                    <a:bodyPr/>
                    <a:lstStyle/>
                    <a:p>
                      <a:r>
                        <a:rPr sz="1800" b="0">
                          <a:solidFill>
                            <a:srgbClr val="182C34"/>
                          </a:solidFill>
                          <a:latin typeface="Apple SD Gothic Neo"/>
                          <a:ea typeface="Apple SD Gothic Neo"/>
                          <a:cs typeface="Apple SD Gothic Neo"/>
                        </a:rPr>
                        <a:t>답변 생성</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exaone-rag-aug-ck106</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Jetson</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1EF5EAE4-3D8D-4059-BBC4-CC8589F49117}"/>
              </a:ext>
            </a:extLst>
          </p:cNvPr>
          <p:cNvSpPr>
            <a:spLocks xmlns:a="http://schemas.openxmlformats.org/drawingml/2006/main" noGrp="1"/>
          </p:cNvSpPr>
          <p:nvPr/>
        </p:nvSpPr>
        <p:spPr>
          <a:xfrm xmlns:a="http://schemas.openxmlformats.org/drawingml/2006/main">
            <a:off x="619125" y="5886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36D68"/>
                </a:solidFill>
                <a:latin typeface="Apple SD Gothic Neo"/>
                <a:ea typeface="Apple SD Gothic Neo"/>
                <a:cs typeface="Apple SD Gothic Neo"/>
              </a:defRPr>
            </a:defPPr>
            <a:lvl1pPr>
              <a:defRPr sz="2025" b="1">
                <a:solidFill>
                  <a:srgbClr val="236D68"/>
                </a:solidFill>
                <a:latin typeface="Apple SD Gothic Neo"/>
                <a:ea typeface="Apple SD Gothic Neo"/>
                <a:cs typeface="Apple SD Gothic Neo"/>
              </a:defRPr>
            </a:lvl1pPr>
            <a:lvl2pPr>
              <a:defRPr sz="2025" b="1">
                <a:solidFill>
                  <a:srgbClr val="236D68"/>
                </a:solidFill>
                <a:latin typeface="Apple SD Gothic Neo"/>
                <a:ea typeface="Apple SD Gothic Neo"/>
                <a:cs typeface="Apple SD Gothic Neo"/>
              </a:defRPr>
            </a:lvl2pPr>
            <a:lvl3pPr>
              <a:defRPr sz="2025" b="1">
                <a:solidFill>
                  <a:srgbClr val="236D68"/>
                </a:solidFill>
                <a:latin typeface="Apple SD Gothic Neo"/>
                <a:ea typeface="Apple SD Gothic Neo"/>
                <a:cs typeface="Apple SD Gothic Neo"/>
              </a:defRPr>
            </a:lvl3pPr>
            <a:lvl4pPr>
              <a:defRPr sz="2025" b="1">
                <a:solidFill>
                  <a:srgbClr val="236D68"/>
                </a:solidFill>
                <a:latin typeface="Apple SD Gothic Neo"/>
                <a:ea typeface="Apple SD Gothic Neo"/>
                <a:cs typeface="Apple SD Gothic Neo"/>
              </a:defRPr>
            </a:lvl4pPr>
            <a:lvl5pPr>
              <a:defRPr sz="2025" b="1">
                <a:solidFill>
                  <a:srgbClr val="236D68"/>
                </a:solidFill>
                <a:latin typeface="Apple SD Gothic Neo"/>
                <a:ea typeface="Apple SD Gothic Neo"/>
                <a:cs typeface="Apple SD Gothic Neo"/>
              </a:defRPr>
            </a:lvl5pPr>
            <a:lvl6pPr>
              <a:defRPr sz="2025" b="1">
                <a:solidFill>
                  <a:srgbClr val="236D68"/>
                </a:solidFill>
                <a:latin typeface="Apple SD Gothic Neo"/>
                <a:ea typeface="Apple SD Gothic Neo"/>
                <a:cs typeface="Apple SD Gothic Neo"/>
              </a:defRPr>
            </a:lvl6pPr>
            <a:lvl7pPr>
              <a:defRPr sz="2025" b="1">
                <a:solidFill>
                  <a:srgbClr val="236D68"/>
                </a:solidFill>
                <a:latin typeface="Apple SD Gothic Neo"/>
                <a:ea typeface="Apple SD Gothic Neo"/>
                <a:cs typeface="Apple SD Gothic Neo"/>
              </a:defRPr>
            </a:lvl7pPr>
            <a:lvl8pPr>
              <a:defRPr sz="2025" b="1">
                <a:solidFill>
                  <a:srgbClr val="236D68"/>
                </a:solidFill>
                <a:latin typeface="Apple SD Gothic Neo"/>
                <a:ea typeface="Apple SD Gothic Neo"/>
                <a:cs typeface="Apple SD Gothic Neo"/>
              </a:defRPr>
            </a:lvl8pPr>
            <a:lvl9pPr>
              <a:defRPr sz="2025" b="1">
                <a:solidFill>
                  <a:srgbClr val="236D68"/>
                </a:solidFill>
                <a:latin typeface="Apple SD Gothic Neo"/>
                <a:ea typeface="Apple SD Gothic Neo"/>
                <a:cs typeface="Apple SD Gothic Neo"/>
              </a:defRPr>
            </a:lvl9pPr>
          </a:lstStyle>
          <a:p xmlns:a="http://schemas.openxmlformats.org/drawingml/2006/main">
            <a:pPr>
              <a:defRPr sz="2025" b="1">
                <a:solidFill>
                  <a:srgbClr val="236D68"/>
                </a:solidFill>
                <a:latin typeface="Apple SD Gothic Neo"/>
                <a:ea typeface="Apple SD Gothic Neo"/>
                <a:cs typeface="Apple SD Gothic Neo"/>
              </a:defRPr>
            </a:pPr>
            <a:r>
              <a:rPr sz="2025" b="1">
                <a:solidFill>
                  <a:srgbClr val="236D68"/>
                </a:solidFill>
                <a:latin typeface="Apple SD Gothic Neo"/>
                <a:ea typeface="Apple SD Gothic Neo"/>
                <a:cs typeface="Apple SD Gothic Neo"/>
              </a:rPr>
              <a:t>S30h는 검색·판정·답변을 묶은 구성 이름입니다.</a:t>
            </a:r>
          </a:p>
        </p:txBody>
      </p:sp>
    </p:spTree>
    <p:extLst>
      <p:ext uri="{BB962C8B-B14F-4D97-AF65-F5344CB8AC3E}">
        <p14:creationId xmlns:p14="http://schemas.microsoft.com/office/powerpoint/2010/main" val="585819004"/>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DC08A2-DAAC-41E0-8CE5-34533A38D12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54251BBF-0F55-41C5-8B10-11CEFE997798}"/>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문제 정의</a:t>
            </a:r>
          </a:p>
        </p:txBody>
      </p:sp>
      <p:sp>
        <p:nvSpPr>
          <p:cNvPr id="3" name="">
            <a:extLst xmlns:a="http://schemas.openxmlformats.org/drawingml/2006/main">
              <a:ext uri="{FF2B5EF4-FFF2-40B4-BE49-F238E27FC236}">
                <a16:creationId xmlns:a16="http://schemas.microsoft.com/office/drawing/2014/main" id="{1A2F2E39-AAE2-4C97-A821-CA7E00B17E44}"/>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설명용 상황: 교대 직후 유압장치에서 소음이 난다면</a:t>
            </a:r>
          </a:p>
        </p:txBody>
      </p:sp>
      <p:sp>
        <p:nvSpPr>
          <p:cNvPr id="4" name="">
            <a:extLst xmlns:a="http://schemas.openxmlformats.org/drawingml/2006/main">
              <a:ext uri="{FF2B5EF4-FFF2-40B4-BE49-F238E27FC236}">
                <a16:creationId xmlns:a16="http://schemas.microsoft.com/office/drawing/2014/main" id="{18565B34-D68F-4B44-BFDC-4F3A08908F99}"/>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05</a:t>
            </a:r>
          </a:p>
        </p:txBody>
      </p:sp>
      <p:sp>
        <p:nvSpPr>
          <p:cNvPr id="5" name="">
            <a:extLst xmlns:a="http://schemas.openxmlformats.org/drawingml/2006/main">
              <a:ext uri="{FF2B5EF4-FFF2-40B4-BE49-F238E27FC236}">
                <a16:creationId xmlns:a16="http://schemas.microsoft.com/office/drawing/2014/main" id="{707FC290-29EB-42F5-872C-601BE233430C}"/>
              </a:ext>
            </a:extLst>
          </p:cNvPr>
          <p:cNvSpPr>
            <a:spLocks xmlns:a="http://schemas.openxmlformats.org/drawingml/2006/main" noGrp="1"/>
          </p:cNvSpPr>
          <p:nvPr/>
        </p:nvSpPr>
        <p:spPr>
          <a:xfrm xmlns:a="http://schemas.openxmlformats.org/drawingml/2006/main">
            <a:off x="628650" y="27622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57E776D7-1A59-43B2-8615-F741A15BF881}"/>
              </a:ext>
            </a:extLst>
          </p:cNvPr>
          <p:cNvSpPr>
            <a:spLocks xmlns:a="http://schemas.openxmlformats.org/drawingml/2006/main" noGrp="1"/>
          </p:cNvSpPr>
          <p:nvPr/>
        </p:nvSpPr>
        <p:spPr>
          <a:xfrm xmlns:a="http://schemas.openxmlformats.org/drawingml/2006/main">
            <a:off x="1771650" y="2762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어디를 확인해야 할까?</a:t>
            </a:r>
          </a:p>
        </p:txBody>
      </p:sp>
      <p:sp>
        <p:nvSpPr>
          <p:cNvPr id="7" name="">
            <a:extLst xmlns:a="http://schemas.openxmlformats.org/drawingml/2006/main">
              <a:ext uri="{FF2B5EF4-FFF2-40B4-BE49-F238E27FC236}">
                <a16:creationId xmlns:a16="http://schemas.microsoft.com/office/drawing/2014/main" id="{BCDF816E-C4EB-4EAB-9502-9205BCCBE3D1}"/>
              </a:ext>
            </a:extLst>
          </p:cNvPr>
          <p:cNvSpPr>
            <a:spLocks xmlns:a="http://schemas.openxmlformats.org/drawingml/2006/main" noGrp="1"/>
          </p:cNvSpPr>
          <p:nvPr/>
        </p:nvSpPr>
        <p:spPr>
          <a:xfrm xmlns:a="http://schemas.openxmlformats.org/drawingml/2006/main">
            <a:off x="628650" y="36766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02</a:t>
            </a:r>
          </a:p>
        </p:txBody>
      </p:sp>
      <p:sp>
        <p:nvSpPr>
          <p:cNvPr id="8" name="">
            <a:extLst xmlns:a="http://schemas.openxmlformats.org/drawingml/2006/main">
              <a:ext uri="{FF2B5EF4-FFF2-40B4-BE49-F238E27FC236}">
                <a16:creationId xmlns:a16="http://schemas.microsoft.com/office/drawing/2014/main" id="{F03915CA-8899-4C64-BA40-B057D94F6490}"/>
              </a:ext>
            </a:extLst>
          </p:cNvPr>
          <p:cNvSpPr>
            <a:spLocks xmlns:a="http://schemas.openxmlformats.org/drawingml/2006/main" noGrp="1"/>
          </p:cNvSpPr>
          <p:nvPr/>
        </p:nvSpPr>
        <p:spPr>
          <a:xfrm xmlns:a="http://schemas.openxmlformats.org/drawingml/2006/main">
            <a:off x="1771650" y="36766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이전 근무자는 무엇을 했을까?</a:t>
            </a:r>
          </a:p>
        </p:txBody>
      </p:sp>
      <p:sp>
        <p:nvSpPr>
          <p:cNvPr id="9" name="">
            <a:extLst xmlns:a="http://schemas.openxmlformats.org/drawingml/2006/main">
              <a:ext uri="{FF2B5EF4-FFF2-40B4-BE49-F238E27FC236}">
                <a16:creationId xmlns:a16="http://schemas.microsoft.com/office/drawing/2014/main" id="{BCFD5EF5-7FD0-4DB8-8E7F-56221B8A06CE}"/>
              </a:ext>
            </a:extLst>
          </p:cNvPr>
          <p:cNvSpPr>
            <a:spLocks xmlns:a="http://schemas.openxmlformats.org/drawingml/2006/main" noGrp="1"/>
          </p:cNvSpPr>
          <p:nvPr/>
        </p:nvSpPr>
        <p:spPr>
          <a:xfrm xmlns:a="http://schemas.openxmlformats.org/drawingml/2006/main">
            <a:off x="628650" y="45910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B4A29"/>
                </a:solidFill>
                <a:latin typeface="Apple SD Gothic Neo"/>
                <a:ea typeface="Apple SD Gothic Neo"/>
                <a:cs typeface="Apple SD Gothic Neo"/>
              </a:defRPr>
            </a:defPPr>
            <a:lvl1pPr>
              <a:defRPr sz="2700" b="1">
                <a:solidFill>
                  <a:srgbClr val="CB4A29"/>
                </a:solidFill>
                <a:latin typeface="Apple SD Gothic Neo"/>
                <a:ea typeface="Apple SD Gothic Neo"/>
                <a:cs typeface="Apple SD Gothic Neo"/>
              </a:defRPr>
            </a:lvl1pPr>
            <a:lvl2pPr>
              <a:defRPr sz="2700" b="1">
                <a:solidFill>
                  <a:srgbClr val="CB4A29"/>
                </a:solidFill>
                <a:latin typeface="Apple SD Gothic Neo"/>
                <a:ea typeface="Apple SD Gothic Neo"/>
                <a:cs typeface="Apple SD Gothic Neo"/>
              </a:defRPr>
            </a:lvl2pPr>
            <a:lvl3pPr>
              <a:defRPr sz="2700" b="1">
                <a:solidFill>
                  <a:srgbClr val="CB4A29"/>
                </a:solidFill>
                <a:latin typeface="Apple SD Gothic Neo"/>
                <a:ea typeface="Apple SD Gothic Neo"/>
                <a:cs typeface="Apple SD Gothic Neo"/>
              </a:defRPr>
            </a:lvl3pPr>
            <a:lvl4pPr>
              <a:defRPr sz="2700" b="1">
                <a:solidFill>
                  <a:srgbClr val="CB4A29"/>
                </a:solidFill>
                <a:latin typeface="Apple SD Gothic Neo"/>
                <a:ea typeface="Apple SD Gothic Neo"/>
                <a:cs typeface="Apple SD Gothic Neo"/>
              </a:defRPr>
            </a:lvl4pPr>
            <a:lvl5pPr>
              <a:defRPr sz="2700" b="1">
                <a:solidFill>
                  <a:srgbClr val="CB4A29"/>
                </a:solidFill>
                <a:latin typeface="Apple SD Gothic Neo"/>
                <a:ea typeface="Apple SD Gothic Neo"/>
                <a:cs typeface="Apple SD Gothic Neo"/>
              </a:defRPr>
            </a:lvl5pPr>
            <a:lvl6pPr>
              <a:defRPr sz="2700" b="1">
                <a:solidFill>
                  <a:srgbClr val="CB4A29"/>
                </a:solidFill>
                <a:latin typeface="Apple SD Gothic Neo"/>
                <a:ea typeface="Apple SD Gothic Neo"/>
                <a:cs typeface="Apple SD Gothic Neo"/>
              </a:defRPr>
            </a:lvl6pPr>
            <a:lvl7pPr>
              <a:defRPr sz="2700" b="1">
                <a:solidFill>
                  <a:srgbClr val="CB4A29"/>
                </a:solidFill>
                <a:latin typeface="Apple SD Gothic Neo"/>
                <a:ea typeface="Apple SD Gothic Neo"/>
                <a:cs typeface="Apple SD Gothic Neo"/>
              </a:defRPr>
            </a:lvl7pPr>
            <a:lvl8pPr>
              <a:defRPr sz="2700" b="1">
                <a:solidFill>
                  <a:srgbClr val="CB4A29"/>
                </a:solidFill>
                <a:latin typeface="Apple SD Gothic Neo"/>
                <a:ea typeface="Apple SD Gothic Neo"/>
                <a:cs typeface="Apple SD Gothic Neo"/>
              </a:defRPr>
            </a:lvl8pPr>
            <a:lvl9pPr>
              <a:defRPr sz="2700" b="1">
                <a:solidFill>
                  <a:srgbClr val="CB4A29"/>
                </a:solidFill>
                <a:latin typeface="Apple SD Gothic Neo"/>
                <a:ea typeface="Apple SD Gothic Neo"/>
                <a:cs typeface="Apple SD Gothic Neo"/>
              </a:defRPr>
            </a:lvl9pPr>
          </a:lstStyle>
          <a:p xmlns:a="http://schemas.openxmlformats.org/drawingml/2006/main">
            <a:pPr>
              <a:defRPr sz="2700" b="1">
                <a:solidFill>
                  <a:srgbClr val="CB4A29"/>
                </a:solidFill>
                <a:latin typeface="Apple SD Gothic Neo"/>
                <a:ea typeface="Apple SD Gothic Neo"/>
                <a:cs typeface="Apple SD Gothic Neo"/>
              </a:defRPr>
            </a:pPr>
            <a:r>
              <a:rPr sz="2700" b="1">
                <a:solidFill>
                  <a:srgbClr val="CB4A29"/>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067734C5-61A5-4188-97C2-64F6291BEE2C}"/>
              </a:ext>
            </a:extLst>
          </p:cNvPr>
          <p:cNvSpPr>
            <a:spLocks xmlns:a="http://schemas.openxmlformats.org/drawingml/2006/main" noGrp="1"/>
          </p:cNvSpPr>
          <p:nvPr/>
        </p:nvSpPr>
        <p:spPr>
          <a:xfrm xmlns:a="http://schemas.openxmlformats.org/drawingml/2006/main">
            <a:off x="1771650" y="45910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82C34"/>
                </a:solidFill>
                <a:latin typeface="Apple SD Gothic Neo"/>
                <a:ea typeface="Apple SD Gothic Neo"/>
                <a:cs typeface="Apple SD Gothic Neo"/>
              </a:defRPr>
            </a:defPPr>
            <a:lvl1pPr>
              <a:defRPr sz="2775" b="1">
                <a:solidFill>
                  <a:srgbClr val="182C34"/>
                </a:solidFill>
                <a:latin typeface="Apple SD Gothic Neo"/>
                <a:ea typeface="Apple SD Gothic Neo"/>
                <a:cs typeface="Apple SD Gothic Neo"/>
              </a:defRPr>
            </a:lvl1pPr>
            <a:lvl2pPr>
              <a:defRPr sz="2775" b="1">
                <a:solidFill>
                  <a:srgbClr val="182C34"/>
                </a:solidFill>
                <a:latin typeface="Apple SD Gothic Neo"/>
                <a:ea typeface="Apple SD Gothic Neo"/>
                <a:cs typeface="Apple SD Gothic Neo"/>
              </a:defRPr>
            </a:lvl2pPr>
            <a:lvl3pPr>
              <a:defRPr sz="2775" b="1">
                <a:solidFill>
                  <a:srgbClr val="182C34"/>
                </a:solidFill>
                <a:latin typeface="Apple SD Gothic Neo"/>
                <a:ea typeface="Apple SD Gothic Neo"/>
                <a:cs typeface="Apple SD Gothic Neo"/>
              </a:defRPr>
            </a:lvl3pPr>
            <a:lvl4pPr>
              <a:defRPr sz="2775" b="1">
                <a:solidFill>
                  <a:srgbClr val="182C34"/>
                </a:solidFill>
                <a:latin typeface="Apple SD Gothic Neo"/>
                <a:ea typeface="Apple SD Gothic Neo"/>
                <a:cs typeface="Apple SD Gothic Neo"/>
              </a:defRPr>
            </a:lvl4pPr>
            <a:lvl5pPr>
              <a:defRPr sz="2775" b="1">
                <a:solidFill>
                  <a:srgbClr val="182C34"/>
                </a:solidFill>
                <a:latin typeface="Apple SD Gothic Neo"/>
                <a:ea typeface="Apple SD Gothic Neo"/>
                <a:cs typeface="Apple SD Gothic Neo"/>
              </a:defRPr>
            </a:lvl5pPr>
            <a:lvl6pPr>
              <a:defRPr sz="2775" b="1">
                <a:solidFill>
                  <a:srgbClr val="182C34"/>
                </a:solidFill>
                <a:latin typeface="Apple SD Gothic Neo"/>
                <a:ea typeface="Apple SD Gothic Neo"/>
                <a:cs typeface="Apple SD Gothic Neo"/>
              </a:defRPr>
            </a:lvl6pPr>
            <a:lvl7pPr>
              <a:defRPr sz="2775" b="1">
                <a:solidFill>
                  <a:srgbClr val="182C34"/>
                </a:solidFill>
                <a:latin typeface="Apple SD Gothic Neo"/>
                <a:ea typeface="Apple SD Gothic Neo"/>
                <a:cs typeface="Apple SD Gothic Neo"/>
              </a:defRPr>
            </a:lvl7pPr>
            <a:lvl8pPr>
              <a:defRPr sz="2775" b="1">
                <a:solidFill>
                  <a:srgbClr val="182C34"/>
                </a:solidFill>
                <a:latin typeface="Apple SD Gothic Neo"/>
                <a:ea typeface="Apple SD Gothic Neo"/>
                <a:cs typeface="Apple SD Gothic Neo"/>
              </a:defRPr>
            </a:lvl8pPr>
            <a:lvl9pPr>
              <a:defRPr sz="2775" b="1">
                <a:solidFill>
                  <a:srgbClr val="182C34"/>
                </a:solidFill>
                <a:latin typeface="Apple SD Gothic Neo"/>
                <a:ea typeface="Apple SD Gothic Neo"/>
                <a:cs typeface="Apple SD Gothic Neo"/>
              </a:defRPr>
            </a:lvl9pPr>
          </a:lstStyle>
          <a:p xmlns:a="http://schemas.openxmlformats.org/drawingml/2006/main">
            <a:pPr>
              <a:defRPr sz="2775" b="1">
                <a:solidFill>
                  <a:srgbClr val="182C34"/>
                </a:solidFill>
                <a:latin typeface="Apple SD Gothic Neo"/>
                <a:ea typeface="Apple SD Gothic Neo"/>
                <a:cs typeface="Apple SD Gothic Neo"/>
              </a:defRPr>
            </a:pPr>
            <a:r>
              <a:rPr sz="2775" b="1">
                <a:solidFill>
                  <a:srgbClr val="182C34"/>
                </a:solidFill>
                <a:latin typeface="Apple SD Gothic Neo"/>
                <a:ea typeface="Apple SD Gothic Neo"/>
                <a:cs typeface="Apple SD Gothic Neo"/>
              </a:rPr>
              <a:t>오늘의 조치를 어떻게 남길까?</a:t>
            </a:r>
          </a:p>
        </p:txBody>
      </p:sp>
      <p:sp>
        <p:nvSpPr>
          <p:cNvPr id="11" name="">
            <a:extLst xmlns:a="http://schemas.openxmlformats.org/drawingml/2006/main">
              <a:ext uri="{FF2B5EF4-FFF2-40B4-BE49-F238E27FC236}">
                <a16:creationId xmlns:a16="http://schemas.microsoft.com/office/drawing/2014/main" id="{551EA43E-5A27-49D2-B9C8-D8ABB56B0698}"/>
              </a:ext>
            </a:extLst>
          </p:cNvPr>
          <p:cNvSpPr>
            <a:spLocks xmlns:a="http://schemas.openxmlformats.org/drawingml/2006/main" noGrp="1"/>
          </p:cNvSpPr>
          <p:nvPr/>
        </p:nvSpPr>
        <p:spPr>
          <a:xfrm xmlns:a="http://schemas.openxmlformats.org/drawingml/2006/main">
            <a:off x="619125" y="59245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목표: 근거 조회와 조치 기록을 같은 흐름으로 연결</a:t>
            </a:r>
          </a:p>
        </p:txBody>
      </p:sp>
    </p:spTree>
    <p:extLst>
      <p:ext uri="{BB962C8B-B14F-4D97-AF65-F5344CB8AC3E}">
        <p14:creationId xmlns:p14="http://schemas.microsoft.com/office/powerpoint/2010/main" val="66597935"/>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F3A82E-E0EB-4AD0-B86F-53E6F1922F2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B95EED20-E9D6-4BAA-AB8A-D1E3340189EE}"/>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센서와 모의 MES</a:t>
            </a:r>
          </a:p>
        </p:txBody>
      </p:sp>
      <p:sp>
        <p:nvSpPr>
          <p:cNvPr id="3" name="">
            <a:extLst xmlns:a="http://schemas.openxmlformats.org/drawingml/2006/main">
              <a:ext uri="{FF2B5EF4-FFF2-40B4-BE49-F238E27FC236}">
                <a16:creationId xmlns:a16="http://schemas.microsoft.com/office/drawing/2014/main" id="{29F406E4-A51C-4A95-9AFB-161C1858EE20}"/>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실물 설치 수량 대신 모의 MES의 관측값을 다룹니다</a:t>
            </a:r>
          </a:p>
        </p:txBody>
      </p:sp>
      <p:sp>
        <p:nvSpPr>
          <p:cNvPr id="4" name="">
            <a:extLst xmlns:a="http://schemas.openxmlformats.org/drawingml/2006/main">
              <a:ext uri="{FF2B5EF4-FFF2-40B4-BE49-F238E27FC236}">
                <a16:creationId xmlns:a16="http://schemas.microsoft.com/office/drawing/2014/main" id="{AAE12A0B-59E2-4A65-A959-FC291FC5D344}"/>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0E8DD90A-CDB3-4AF6-88A5-F24ABB23703C}"/>
              </a:ext>
            </a:extLst>
          </p:cNvPr>
          <p:cNvSpPr>
            <a:spLocks xmlns:a="http://schemas.openxmlformats.org/drawingml/2006/main" noGrp="1"/>
          </p:cNvSpPr>
          <p:nvPr/>
        </p:nvSpPr>
        <p:spPr>
          <a:xfrm xmlns:a="http://schemas.openxmlformats.org/drawingml/2006/main">
            <a:off x="609600"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압력</a:t>
            </a:r>
          </a:p>
        </p:txBody>
      </p:sp>
      <p:sp>
        <p:nvSpPr>
          <p:cNvPr id="6" name="">
            <a:extLst xmlns:a="http://schemas.openxmlformats.org/drawingml/2006/main">
              <a:ext uri="{FF2B5EF4-FFF2-40B4-BE49-F238E27FC236}">
                <a16:creationId xmlns:a16="http://schemas.microsoft.com/office/drawing/2014/main" id="{37F6BCAC-723E-4DFA-A7C6-4FCB6F026D68}"/>
              </a:ext>
            </a:extLst>
          </p:cNvPr>
          <p:cNvSpPr>
            <a:spLocks xmlns:a="http://schemas.openxmlformats.org/drawingml/2006/main" noGrp="1"/>
          </p:cNvSpPr>
          <p:nvPr/>
        </p:nvSpPr>
        <p:spPr>
          <a:xfrm xmlns:a="http://schemas.openxmlformats.org/drawingml/2006/main">
            <a:off x="609600"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bar</a:t>
            </a:r>
          </a:p>
        </p:txBody>
      </p:sp>
      <p:sp>
        <p:nvSpPr>
          <p:cNvPr id="7" name="">
            <a:extLst xmlns:a="http://schemas.openxmlformats.org/drawingml/2006/main">
              <a:ext uri="{FF2B5EF4-FFF2-40B4-BE49-F238E27FC236}">
                <a16:creationId xmlns:a16="http://schemas.microsoft.com/office/drawing/2014/main" id="{0A06C01E-B9F5-4A57-97C0-00FDA7F3D0FF}"/>
              </a:ext>
            </a:extLst>
          </p:cNvPr>
          <p:cNvSpPr>
            <a:spLocks xmlns:a="http://schemas.openxmlformats.org/drawingml/2006/main" noGrp="1"/>
          </p:cNvSpPr>
          <p:nvPr/>
        </p:nvSpPr>
        <p:spPr>
          <a:xfrm xmlns:a="http://schemas.openxmlformats.org/drawingml/2006/main">
            <a:off x="3438525"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온도</a:t>
            </a:r>
          </a:p>
        </p:txBody>
      </p:sp>
      <p:sp>
        <p:nvSpPr>
          <p:cNvPr id="8" name="">
            <a:extLst xmlns:a="http://schemas.openxmlformats.org/drawingml/2006/main">
              <a:ext uri="{FF2B5EF4-FFF2-40B4-BE49-F238E27FC236}">
                <a16:creationId xmlns:a16="http://schemas.microsoft.com/office/drawing/2014/main" id="{65BA331D-8F95-4D85-8AE1-D21DDA36ED2B}"/>
              </a:ext>
            </a:extLst>
          </p:cNvPr>
          <p:cNvSpPr>
            <a:spLocks xmlns:a="http://schemas.openxmlformats.org/drawingml/2006/main" noGrp="1"/>
          </p:cNvSpPr>
          <p:nvPr/>
        </p:nvSpPr>
        <p:spPr>
          <a:xfrm xmlns:a="http://schemas.openxmlformats.org/drawingml/2006/main">
            <a:off x="3438525"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°C</a:t>
            </a:r>
          </a:p>
        </p:txBody>
      </p:sp>
      <p:sp>
        <p:nvSpPr>
          <p:cNvPr id="9" name="">
            <a:extLst xmlns:a="http://schemas.openxmlformats.org/drawingml/2006/main">
              <a:ext uri="{FF2B5EF4-FFF2-40B4-BE49-F238E27FC236}">
                <a16:creationId xmlns:a16="http://schemas.microsoft.com/office/drawing/2014/main" id="{FA9FBA61-6C25-44EB-AC09-3A61246BC56F}"/>
              </a:ext>
            </a:extLst>
          </p:cNvPr>
          <p:cNvSpPr>
            <a:spLocks xmlns:a="http://schemas.openxmlformats.org/drawingml/2006/main" noGrp="1"/>
          </p:cNvSpPr>
          <p:nvPr/>
        </p:nvSpPr>
        <p:spPr>
          <a:xfrm xmlns:a="http://schemas.openxmlformats.org/drawingml/2006/main">
            <a:off x="6267450"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유량</a:t>
            </a:r>
          </a:p>
        </p:txBody>
      </p:sp>
      <p:sp>
        <p:nvSpPr>
          <p:cNvPr id="10" name="">
            <a:extLst xmlns:a="http://schemas.openxmlformats.org/drawingml/2006/main">
              <a:ext uri="{FF2B5EF4-FFF2-40B4-BE49-F238E27FC236}">
                <a16:creationId xmlns:a16="http://schemas.microsoft.com/office/drawing/2014/main" id="{7353A259-8AB9-4A69-9381-598AA765FA44}"/>
              </a:ext>
            </a:extLst>
          </p:cNvPr>
          <p:cNvSpPr>
            <a:spLocks xmlns:a="http://schemas.openxmlformats.org/drawingml/2006/main" noGrp="1"/>
          </p:cNvSpPr>
          <p:nvPr/>
        </p:nvSpPr>
        <p:spPr>
          <a:xfrm xmlns:a="http://schemas.openxmlformats.org/drawingml/2006/main">
            <a:off x="6267450"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L/min</a:t>
            </a:r>
          </a:p>
        </p:txBody>
      </p:sp>
      <p:sp>
        <p:nvSpPr>
          <p:cNvPr id="11" name="">
            <a:extLst xmlns:a="http://schemas.openxmlformats.org/drawingml/2006/main">
              <a:ext uri="{FF2B5EF4-FFF2-40B4-BE49-F238E27FC236}">
                <a16:creationId xmlns:a16="http://schemas.microsoft.com/office/drawing/2014/main" id="{345D6315-42A9-410C-8A5F-FC9B7C6F2A74}"/>
              </a:ext>
            </a:extLst>
          </p:cNvPr>
          <p:cNvSpPr>
            <a:spLocks xmlns:a="http://schemas.openxmlformats.org/drawingml/2006/main" noGrp="1"/>
          </p:cNvSpPr>
          <p:nvPr/>
        </p:nvSpPr>
        <p:spPr>
          <a:xfrm xmlns:a="http://schemas.openxmlformats.org/drawingml/2006/main">
            <a:off x="9096375" y="285750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236D68"/>
                </a:solidFill>
                <a:latin typeface="Apple SD Gothic Neo"/>
                <a:ea typeface="Apple SD Gothic Neo"/>
                <a:cs typeface="Apple SD Gothic Neo"/>
              </a:defRPr>
            </a:defPPr>
            <a:lvl1pPr>
              <a:defRPr sz="3825" b="1">
                <a:solidFill>
                  <a:srgbClr val="236D68"/>
                </a:solidFill>
                <a:latin typeface="Apple SD Gothic Neo"/>
                <a:ea typeface="Apple SD Gothic Neo"/>
                <a:cs typeface="Apple SD Gothic Neo"/>
              </a:defRPr>
            </a:lvl1pPr>
            <a:lvl2pPr>
              <a:defRPr sz="3825" b="1">
                <a:solidFill>
                  <a:srgbClr val="236D68"/>
                </a:solidFill>
                <a:latin typeface="Apple SD Gothic Neo"/>
                <a:ea typeface="Apple SD Gothic Neo"/>
                <a:cs typeface="Apple SD Gothic Neo"/>
              </a:defRPr>
            </a:lvl2pPr>
            <a:lvl3pPr>
              <a:defRPr sz="3825" b="1">
                <a:solidFill>
                  <a:srgbClr val="236D68"/>
                </a:solidFill>
                <a:latin typeface="Apple SD Gothic Neo"/>
                <a:ea typeface="Apple SD Gothic Neo"/>
                <a:cs typeface="Apple SD Gothic Neo"/>
              </a:defRPr>
            </a:lvl3pPr>
            <a:lvl4pPr>
              <a:defRPr sz="3825" b="1">
                <a:solidFill>
                  <a:srgbClr val="236D68"/>
                </a:solidFill>
                <a:latin typeface="Apple SD Gothic Neo"/>
                <a:ea typeface="Apple SD Gothic Neo"/>
                <a:cs typeface="Apple SD Gothic Neo"/>
              </a:defRPr>
            </a:lvl4pPr>
            <a:lvl5pPr>
              <a:defRPr sz="3825" b="1">
                <a:solidFill>
                  <a:srgbClr val="236D68"/>
                </a:solidFill>
                <a:latin typeface="Apple SD Gothic Neo"/>
                <a:ea typeface="Apple SD Gothic Neo"/>
                <a:cs typeface="Apple SD Gothic Neo"/>
              </a:defRPr>
            </a:lvl5pPr>
            <a:lvl6pPr>
              <a:defRPr sz="3825" b="1">
                <a:solidFill>
                  <a:srgbClr val="236D68"/>
                </a:solidFill>
                <a:latin typeface="Apple SD Gothic Neo"/>
                <a:ea typeface="Apple SD Gothic Neo"/>
                <a:cs typeface="Apple SD Gothic Neo"/>
              </a:defRPr>
            </a:lvl6pPr>
            <a:lvl7pPr>
              <a:defRPr sz="3825" b="1">
                <a:solidFill>
                  <a:srgbClr val="236D68"/>
                </a:solidFill>
                <a:latin typeface="Apple SD Gothic Neo"/>
                <a:ea typeface="Apple SD Gothic Neo"/>
                <a:cs typeface="Apple SD Gothic Neo"/>
              </a:defRPr>
            </a:lvl7pPr>
            <a:lvl8pPr>
              <a:defRPr sz="3825" b="1">
                <a:solidFill>
                  <a:srgbClr val="236D68"/>
                </a:solidFill>
                <a:latin typeface="Apple SD Gothic Neo"/>
                <a:ea typeface="Apple SD Gothic Neo"/>
                <a:cs typeface="Apple SD Gothic Neo"/>
              </a:defRPr>
            </a:lvl8pPr>
            <a:lvl9pPr>
              <a:defRPr sz="3825" b="1">
                <a:solidFill>
                  <a:srgbClr val="236D68"/>
                </a:solidFill>
                <a:latin typeface="Apple SD Gothic Neo"/>
                <a:ea typeface="Apple SD Gothic Neo"/>
                <a:cs typeface="Apple SD Gothic Neo"/>
              </a:defRPr>
            </a:lvl9pPr>
          </a:lstStyle>
          <a:p xmlns:a="http://schemas.openxmlformats.org/drawingml/2006/main">
            <a:pPr>
              <a:defRPr sz="3825" b="1">
                <a:solidFill>
                  <a:srgbClr val="236D68"/>
                </a:solidFill>
                <a:latin typeface="Apple SD Gothic Neo"/>
                <a:ea typeface="Apple SD Gothic Neo"/>
                <a:cs typeface="Apple SD Gothic Neo"/>
              </a:defRPr>
            </a:pPr>
            <a:r>
              <a:rPr sz="3825" b="1">
                <a:solidFill>
                  <a:srgbClr val="236D68"/>
                </a:solidFill>
                <a:latin typeface="Apple SD Gothic Neo"/>
                <a:ea typeface="Apple SD Gothic Neo"/>
                <a:cs typeface="Apple SD Gothic Neo"/>
              </a:rPr>
              <a:t>진동</a:t>
            </a:r>
          </a:p>
        </p:txBody>
      </p:sp>
      <p:sp>
        <p:nvSpPr>
          <p:cNvPr id="12" name="">
            <a:extLst xmlns:a="http://schemas.openxmlformats.org/drawingml/2006/main">
              <a:ext uri="{FF2B5EF4-FFF2-40B4-BE49-F238E27FC236}">
                <a16:creationId xmlns:a16="http://schemas.microsoft.com/office/drawing/2014/main" id="{CBB27099-787A-4836-BCE5-AF1AC3E9C37A}"/>
              </a:ext>
            </a:extLst>
          </p:cNvPr>
          <p:cNvSpPr>
            <a:spLocks xmlns:a="http://schemas.openxmlformats.org/drawingml/2006/main" noGrp="1"/>
          </p:cNvSpPr>
          <p:nvPr/>
        </p:nvSpPr>
        <p:spPr>
          <a:xfrm xmlns:a="http://schemas.openxmlformats.org/drawingml/2006/main">
            <a:off x="9096375" y="38004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B6C71"/>
                </a:solidFill>
                <a:latin typeface="Apple SD Gothic Neo"/>
                <a:ea typeface="Apple SD Gothic Neo"/>
                <a:cs typeface="Apple SD Gothic Neo"/>
              </a:defRPr>
            </a:defPPr>
            <a:lvl1pPr>
              <a:defRPr sz="2250" b="0">
                <a:solidFill>
                  <a:srgbClr val="5B6C71"/>
                </a:solidFill>
                <a:latin typeface="Apple SD Gothic Neo"/>
                <a:ea typeface="Apple SD Gothic Neo"/>
                <a:cs typeface="Apple SD Gothic Neo"/>
              </a:defRPr>
            </a:lvl1pPr>
            <a:lvl2pPr>
              <a:defRPr sz="2250" b="0">
                <a:solidFill>
                  <a:srgbClr val="5B6C71"/>
                </a:solidFill>
                <a:latin typeface="Apple SD Gothic Neo"/>
                <a:ea typeface="Apple SD Gothic Neo"/>
                <a:cs typeface="Apple SD Gothic Neo"/>
              </a:defRPr>
            </a:lvl2pPr>
            <a:lvl3pPr>
              <a:defRPr sz="2250" b="0">
                <a:solidFill>
                  <a:srgbClr val="5B6C71"/>
                </a:solidFill>
                <a:latin typeface="Apple SD Gothic Neo"/>
                <a:ea typeface="Apple SD Gothic Neo"/>
                <a:cs typeface="Apple SD Gothic Neo"/>
              </a:defRPr>
            </a:lvl3pPr>
            <a:lvl4pPr>
              <a:defRPr sz="2250" b="0">
                <a:solidFill>
                  <a:srgbClr val="5B6C71"/>
                </a:solidFill>
                <a:latin typeface="Apple SD Gothic Neo"/>
                <a:ea typeface="Apple SD Gothic Neo"/>
                <a:cs typeface="Apple SD Gothic Neo"/>
              </a:defRPr>
            </a:lvl4pPr>
            <a:lvl5pPr>
              <a:defRPr sz="2250" b="0">
                <a:solidFill>
                  <a:srgbClr val="5B6C71"/>
                </a:solidFill>
                <a:latin typeface="Apple SD Gothic Neo"/>
                <a:ea typeface="Apple SD Gothic Neo"/>
                <a:cs typeface="Apple SD Gothic Neo"/>
              </a:defRPr>
            </a:lvl5pPr>
            <a:lvl6pPr>
              <a:defRPr sz="2250" b="0">
                <a:solidFill>
                  <a:srgbClr val="5B6C71"/>
                </a:solidFill>
                <a:latin typeface="Apple SD Gothic Neo"/>
                <a:ea typeface="Apple SD Gothic Neo"/>
                <a:cs typeface="Apple SD Gothic Neo"/>
              </a:defRPr>
            </a:lvl6pPr>
            <a:lvl7pPr>
              <a:defRPr sz="2250" b="0">
                <a:solidFill>
                  <a:srgbClr val="5B6C71"/>
                </a:solidFill>
                <a:latin typeface="Apple SD Gothic Neo"/>
                <a:ea typeface="Apple SD Gothic Neo"/>
                <a:cs typeface="Apple SD Gothic Neo"/>
              </a:defRPr>
            </a:lvl7pPr>
            <a:lvl8pPr>
              <a:defRPr sz="2250" b="0">
                <a:solidFill>
                  <a:srgbClr val="5B6C71"/>
                </a:solidFill>
                <a:latin typeface="Apple SD Gothic Neo"/>
                <a:ea typeface="Apple SD Gothic Neo"/>
                <a:cs typeface="Apple SD Gothic Neo"/>
              </a:defRPr>
            </a:lvl8pPr>
            <a:lvl9pPr>
              <a:defRPr sz="2250" b="0">
                <a:solidFill>
                  <a:srgbClr val="5B6C71"/>
                </a:solidFill>
                <a:latin typeface="Apple SD Gothic Neo"/>
                <a:ea typeface="Apple SD Gothic Neo"/>
                <a:cs typeface="Apple SD Gothic Neo"/>
              </a:defRPr>
            </a:lvl9pPr>
          </a:lstStyle>
          <a:p xmlns:a="http://schemas.openxmlformats.org/drawingml/2006/main">
            <a:pPr>
              <a:defRPr sz="2250" b="0">
                <a:solidFill>
                  <a:srgbClr val="5B6C71"/>
                </a:solidFill>
                <a:latin typeface="Apple SD Gothic Neo"/>
                <a:ea typeface="Apple SD Gothic Neo"/>
                <a:cs typeface="Apple SD Gothic Neo"/>
              </a:defRPr>
            </a:pPr>
            <a:r>
              <a:rPr sz="2250" b="0">
                <a:solidFill>
                  <a:srgbClr val="5B6C71"/>
                </a:solidFill>
                <a:latin typeface="Apple SD Gothic Neo"/>
                <a:ea typeface="Apple SD Gothic Neo"/>
                <a:cs typeface="Apple SD Gothic Neo"/>
              </a:rPr>
              <a:t>mm/s</a:t>
            </a:r>
          </a:p>
        </p:txBody>
      </p:sp>
      <p:sp>
        <p:nvSpPr>
          <p:cNvPr id="13" name="">
            <a:extLst xmlns:a="http://schemas.openxmlformats.org/drawingml/2006/main">
              <a:ext uri="{FF2B5EF4-FFF2-40B4-BE49-F238E27FC236}">
                <a16:creationId xmlns:a16="http://schemas.microsoft.com/office/drawing/2014/main" id="{A6525618-A358-4898-9BD5-ACDE650269A6}"/>
              </a:ext>
            </a:extLst>
          </p:cNvPr>
          <p:cNvSpPr>
            <a:spLocks xmlns:a="http://schemas.openxmlformats.org/drawingml/2006/main" noGrp="1"/>
          </p:cNvSpPr>
          <p:nvPr/>
        </p:nvSpPr>
        <p:spPr>
          <a:xfrm xmlns:a="http://schemas.openxmlformats.org/drawingml/2006/main">
            <a:off x="628650" y="50101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값·단위·관측 시각·품질을 함께 관리</a:t>
            </a:r>
          </a:p>
        </p:txBody>
      </p:sp>
      <p:sp>
        <p:nvSpPr>
          <p:cNvPr id="14" name="">
            <a:extLst xmlns:a="http://schemas.openxmlformats.org/drawingml/2006/main">
              <a:ext uri="{FF2B5EF4-FFF2-40B4-BE49-F238E27FC236}">
                <a16:creationId xmlns:a16="http://schemas.microsoft.com/office/drawing/2014/main" id="{88B1BC6A-5957-4F8B-ADE6-FB43D24D4B23}"/>
              </a:ext>
            </a:extLst>
          </p:cNvPr>
          <p:cNvSpPr>
            <a:spLocks xmlns:a="http://schemas.openxmlformats.org/drawingml/2006/main" noGrp="1"/>
          </p:cNvSpPr>
          <p:nvPr/>
        </p:nvSpPr>
        <p:spPr>
          <a:xfrm xmlns:a="http://schemas.openxmlformats.org/drawingml/2006/main">
            <a:off x="628650" y="5829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CB4A29"/>
                </a:solidFill>
                <a:latin typeface="Apple SD Gothic Neo"/>
                <a:ea typeface="Apple SD Gothic Neo"/>
                <a:cs typeface="Apple SD Gothic Neo"/>
              </a:defRPr>
            </a:defPPr>
            <a:lvl1pPr>
              <a:defRPr sz="1950" b="1">
                <a:solidFill>
                  <a:srgbClr val="CB4A29"/>
                </a:solidFill>
                <a:latin typeface="Apple SD Gothic Neo"/>
                <a:ea typeface="Apple SD Gothic Neo"/>
                <a:cs typeface="Apple SD Gothic Neo"/>
              </a:defRPr>
            </a:lvl1pPr>
            <a:lvl2pPr>
              <a:defRPr sz="1950" b="1">
                <a:solidFill>
                  <a:srgbClr val="CB4A29"/>
                </a:solidFill>
                <a:latin typeface="Apple SD Gothic Neo"/>
                <a:ea typeface="Apple SD Gothic Neo"/>
                <a:cs typeface="Apple SD Gothic Neo"/>
              </a:defRPr>
            </a:lvl2pPr>
            <a:lvl3pPr>
              <a:defRPr sz="1950" b="1">
                <a:solidFill>
                  <a:srgbClr val="CB4A29"/>
                </a:solidFill>
                <a:latin typeface="Apple SD Gothic Neo"/>
                <a:ea typeface="Apple SD Gothic Neo"/>
                <a:cs typeface="Apple SD Gothic Neo"/>
              </a:defRPr>
            </a:lvl3pPr>
            <a:lvl4pPr>
              <a:defRPr sz="1950" b="1">
                <a:solidFill>
                  <a:srgbClr val="CB4A29"/>
                </a:solidFill>
                <a:latin typeface="Apple SD Gothic Neo"/>
                <a:ea typeface="Apple SD Gothic Neo"/>
                <a:cs typeface="Apple SD Gothic Neo"/>
              </a:defRPr>
            </a:lvl4pPr>
            <a:lvl5pPr>
              <a:defRPr sz="1950" b="1">
                <a:solidFill>
                  <a:srgbClr val="CB4A29"/>
                </a:solidFill>
                <a:latin typeface="Apple SD Gothic Neo"/>
                <a:ea typeface="Apple SD Gothic Neo"/>
                <a:cs typeface="Apple SD Gothic Neo"/>
              </a:defRPr>
            </a:lvl5pPr>
            <a:lvl6pPr>
              <a:defRPr sz="1950" b="1">
                <a:solidFill>
                  <a:srgbClr val="CB4A29"/>
                </a:solidFill>
                <a:latin typeface="Apple SD Gothic Neo"/>
                <a:ea typeface="Apple SD Gothic Neo"/>
                <a:cs typeface="Apple SD Gothic Neo"/>
              </a:defRPr>
            </a:lvl6pPr>
            <a:lvl7pPr>
              <a:defRPr sz="1950" b="1">
                <a:solidFill>
                  <a:srgbClr val="CB4A29"/>
                </a:solidFill>
                <a:latin typeface="Apple SD Gothic Neo"/>
                <a:ea typeface="Apple SD Gothic Neo"/>
                <a:cs typeface="Apple SD Gothic Neo"/>
              </a:defRPr>
            </a:lvl7pPr>
            <a:lvl8pPr>
              <a:defRPr sz="1950" b="1">
                <a:solidFill>
                  <a:srgbClr val="CB4A29"/>
                </a:solidFill>
                <a:latin typeface="Apple SD Gothic Neo"/>
                <a:ea typeface="Apple SD Gothic Neo"/>
                <a:cs typeface="Apple SD Gothic Neo"/>
              </a:defRPr>
            </a:lvl8pPr>
            <a:lvl9pPr>
              <a:defRPr sz="1950" b="1">
                <a:solidFill>
                  <a:srgbClr val="CB4A29"/>
                </a:solidFill>
                <a:latin typeface="Apple SD Gothic Neo"/>
                <a:ea typeface="Apple SD Gothic Neo"/>
                <a:cs typeface="Apple SD Gothic Neo"/>
              </a:defRPr>
            </a:lvl9pPr>
          </a:lstStyle>
          <a:p xmlns:a="http://schemas.openxmlformats.org/drawingml/2006/main">
            <a:pPr>
              <a:defRPr sz="1950" b="1">
                <a:solidFill>
                  <a:srgbClr val="CB4A29"/>
                </a:solidFill>
                <a:latin typeface="Apple SD Gothic Neo"/>
                <a:ea typeface="Apple SD Gothic Neo"/>
                <a:cs typeface="Apple SD Gothic Neo"/>
              </a:defRPr>
            </a:pPr>
            <a:r>
              <a:rPr sz="1950" b="1">
                <a:solidFill>
                  <a:srgbClr val="CB4A29"/>
                </a:solidFill>
                <a:latin typeface="Apple SD Gothic Neo"/>
                <a:ea typeface="Apple SD Gothic Neo"/>
                <a:cs typeface="Apple SD Gothic Neo"/>
              </a:rPr>
              <a:t>상태 확인과 기록 근거에 사용하며, S30h 입력과는 분리합니다.</a:t>
            </a:r>
          </a:p>
        </p:txBody>
      </p:sp>
    </p:spTree>
    <p:extLst>
      <p:ext uri="{BB962C8B-B14F-4D97-AF65-F5344CB8AC3E}">
        <p14:creationId xmlns:p14="http://schemas.microsoft.com/office/powerpoint/2010/main" val="675915026"/>
      </p:ext>
    </p:extLst>
  </p:cSld>
</p:sld>
</file>

<file path=ppt/slides/slide7.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7D312D-F6F6-476A-B3DB-B93C3A055639}"/>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7900086C-4909-4261-BB16-0679496F2D5D}"/>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Jetson에서 검색과 답변 실행</a:t>
            </a:r>
          </a:p>
        </p:txBody>
      </p:sp>
      <p:sp>
        <p:nvSpPr>
          <p:cNvPr id="3" name="">
            <a:extLst xmlns:a="http://schemas.openxmlformats.org/drawingml/2006/main">
              <a:ext uri="{FF2B5EF4-FFF2-40B4-BE49-F238E27FC236}">
                <a16:creationId xmlns:a16="http://schemas.microsoft.com/office/drawing/2014/main" id="{CB9160F6-41E6-4250-8413-A18C5B1894E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07</a:t>
            </a:r>
          </a:p>
        </p:txBody>
      </p:sp>
      <p:sp>
        <p:nvSpPr>
          <p:cNvPr id="4" name="">
            <a:extLst xmlns:a="http://schemas.openxmlformats.org/drawingml/2006/main">
              <a:ext uri="{FF2B5EF4-FFF2-40B4-BE49-F238E27FC236}">
                <a16:creationId xmlns:a16="http://schemas.microsoft.com/office/drawing/2014/main" id="{4E427F4B-3F50-4DA1-8BC8-4B58163CE96D}"/>
              </a:ext>
            </a:extLst>
          </p:cNvPr>
          <p:cNvSpPr>
            <a:spLocks xmlns:a="http://schemas.openxmlformats.org/drawingml/2006/main" noGrp="1"/>
          </p:cNvSpPr>
          <p:nvPr/>
        </p:nvSpPr>
        <p:spPr>
          <a:xfrm xmlns:a="http://schemas.openxmlformats.org/drawingml/2006/main">
            <a:off x="619125" y="2352675"/>
            <a:ext cx="5429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250" b="1">
                <a:solidFill>
                  <a:srgbClr val="FFFFFF"/>
                </a:solidFill>
                <a:latin typeface="Apple SD Gothic Neo"/>
                <a:ea typeface="Apple SD Gothic Neo"/>
                <a:cs typeface="Apple SD Gothic Neo"/>
              </a:defRPr>
            </a:defPPr>
            <a:lvl1pPr>
              <a:defRPr sz="5250" b="1">
                <a:solidFill>
                  <a:srgbClr val="FFFFFF"/>
                </a:solidFill>
                <a:latin typeface="Apple SD Gothic Neo"/>
                <a:ea typeface="Apple SD Gothic Neo"/>
                <a:cs typeface="Apple SD Gothic Neo"/>
              </a:defRPr>
            </a:lvl1pPr>
            <a:lvl2pPr>
              <a:defRPr sz="5250" b="1">
                <a:solidFill>
                  <a:srgbClr val="FFFFFF"/>
                </a:solidFill>
                <a:latin typeface="Apple SD Gothic Neo"/>
                <a:ea typeface="Apple SD Gothic Neo"/>
                <a:cs typeface="Apple SD Gothic Neo"/>
              </a:defRPr>
            </a:lvl2pPr>
            <a:lvl3pPr>
              <a:defRPr sz="5250" b="1">
                <a:solidFill>
                  <a:srgbClr val="FFFFFF"/>
                </a:solidFill>
                <a:latin typeface="Apple SD Gothic Neo"/>
                <a:ea typeface="Apple SD Gothic Neo"/>
                <a:cs typeface="Apple SD Gothic Neo"/>
              </a:defRPr>
            </a:lvl3pPr>
            <a:lvl4pPr>
              <a:defRPr sz="5250" b="1">
                <a:solidFill>
                  <a:srgbClr val="FFFFFF"/>
                </a:solidFill>
                <a:latin typeface="Apple SD Gothic Neo"/>
                <a:ea typeface="Apple SD Gothic Neo"/>
                <a:cs typeface="Apple SD Gothic Neo"/>
              </a:defRPr>
            </a:lvl4pPr>
            <a:lvl5pPr>
              <a:defRPr sz="5250" b="1">
                <a:solidFill>
                  <a:srgbClr val="FFFFFF"/>
                </a:solidFill>
                <a:latin typeface="Apple SD Gothic Neo"/>
                <a:ea typeface="Apple SD Gothic Neo"/>
                <a:cs typeface="Apple SD Gothic Neo"/>
              </a:defRPr>
            </a:lvl5pPr>
            <a:lvl6pPr>
              <a:defRPr sz="5250" b="1">
                <a:solidFill>
                  <a:srgbClr val="FFFFFF"/>
                </a:solidFill>
                <a:latin typeface="Apple SD Gothic Neo"/>
                <a:ea typeface="Apple SD Gothic Neo"/>
                <a:cs typeface="Apple SD Gothic Neo"/>
              </a:defRPr>
            </a:lvl6pPr>
            <a:lvl7pPr>
              <a:defRPr sz="5250" b="1">
                <a:solidFill>
                  <a:srgbClr val="FFFFFF"/>
                </a:solidFill>
                <a:latin typeface="Apple SD Gothic Neo"/>
                <a:ea typeface="Apple SD Gothic Neo"/>
                <a:cs typeface="Apple SD Gothic Neo"/>
              </a:defRPr>
            </a:lvl7pPr>
            <a:lvl8pPr>
              <a:defRPr sz="5250" b="1">
                <a:solidFill>
                  <a:srgbClr val="FFFFFF"/>
                </a:solidFill>
                <a:latin typeface="Apple SD Gothic Neo"/>
                <a:ea typeface="Apple SD Gothic Neo"/>
                <a:cs typeface="Apple SD Gothic Neo"/>
              </a:defRPr>
            </a:lvl8pPr>
            <a:lvl9pPr>
              <a:defRPr sz="5250" b="1">
                <a:solidFill>
                  <a:srgbClr val="FFFFFF"/>
                </a:solidFill>
                <a:latin typeface="Apple SD Gothic Neo"/>
                <a:ea typeface="Apple SD Gothic Neo"/>
                <a:cs typeface="Apple SD Gothic Neo"/>
              </a:defRPr>
            </a:lvl9pPr>
          </a:lstStyle>
          <a:p xmlns:a="http://schemas.openxmlformats.org/drawingml/2006/main">
            <a:pPr>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Jetson</a:t>
            </a:r>
          </a:p>
          <a:p xmlns:a="http://schemas.openxmlformats.org/drawingml/2006/main">
            <a:pPr>
              <a:defRPr sz="5250" b="1">
                <a:solidFill>
                  <a:srgbClr val="FFFFFF"/>
                </a:solidFill>
                <a:latin typeface="Apple SD Gothic Neo"/>
                <a:ea typeface="Apple SD Gothic Neo"/>
                <a:cs typeface="Apple SD Gothic Neo"/>
              </a:defRPr>
            </a:pPr>
            <a:r>
              <a:rPr sz="5250" b="1">
                <a:solidFill>
                  <a:srgbClr val="FFFFFF"/>
                </a:solidFill>
                <a:latin typeface="Apple SD Gothic Neo"/>
                <a:ea typeface="Apple SD Gothic Neo"/>
                <a:cs typeface="Apple SD Gothic Neo"/>
              </a:rPr>
              <a:t>Orin Nano</a:t>
            </a:r>
          </a:p>
        </p:txBody>
      </p:sp>
      <p:sp>
        <p:nvSpPr>
          <p:cNvPr id="5" name="">
            <a:extLst xmlns:a="http://schemas.openxmlformats.org/drawingml/2006/main">
              <a:ext uri="{FF2B5EF4-FFF2-40B4-BE49-F238E27FC236}">
                <a16:creationId xmlns:a16="http://schemas.microsoft.com/office/drawing/2014/main" id="{61FC4F43-6D12-4D46-9E1B-837C208CA480}"/>
              </a:ext>
            </a:extLst>
          </p:cNvPr>
          <p:cNvSpPr>
            <a:spLocks xmlns:a="http://schemas.openxmlformats.org/drawingml/2006/main" noGrp="1"/>
          </p:cNvSpPr>
          <p:nvPr/>
        </p:nvSpPr>
        <p:spPr>
          <a:xfrm xmlns:a="http://schemas.openxmlformats.org/drawingml/2006/main">
            <a:off x="6810375" y="25812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검색 · 판정 · 답변</a:t>
            </a:r>
          </a:p>
        </p:txBody>
      </p:sp>
      <p:sp>
        <p:nvSpPr>
          <p:cNvPr id="6" name="">
            <a:extLst xmlns:a="http://schemas.openxmlformats.org/drawingml/2006/main">
              <a:ext uri="{FF2B5EF4-FFF2-40B4-BE49-F238E27FC236}">
                <a16:creationId xmlns:a16="http://schemas.microsoft.com/office/drawing/2014/main" id="{B15D9037-866A-47F8-89CF-69F31D531843}"/>
              </a:ext>
            </a:extLst>
          </p:cNvPr>
          <p:cNvSpPr>
            <a:spLocks xmlns:a="http://schemas.openxmlformats.org/drawingml/2006/main" noGrp="1"/>
          </p:cNvSpPr>
          <p:nvPr/>
        </p:nvSpPr>
        <p:spPr>
          <a:xfrm xmlns:a="http://schemas.openxmlformats.org/drawingml/2006/main">
            <a:off x="6810375" y="34480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3D5D7"/>
                </a:solidFill>
                <a:latin typeface="Apple SD Gothic Neo"/>
                <a:ea typeface="Apple SD Gothic Neo"/>
                <a:cs typeface="Apple SD Gothic Neo"/>
              </a:defRPr>
            </a:defPPr>
            <a:lvl1pPr>
              <a:defRPr sz="2325" b="0">
                <a:solidFill>
                  <a:srgbClr val="C3D5D7"/>
                </a:solidFill>
                <a:latin typeface="Apple SD Gothic Neo"/>
                <a:ea typeface="Apple SD Gothic Neo"/>
                <a:cs typeface="Apple SD Gothic Neo"/>
              </a:defRPr>
            </a:lvl1pPr>
            <a:lvl2pPr>
              <a:defRPr sz="2325" b="0">
                <a:solidFill>
                  <a:srgbClr val="C3D5D7"/>
                </a:solidFill>
                <a:latin typeface="Apple SD Gothic Neo"/>
                <a:ea typeface="Apple SD Gothic Neo"/>
                <a:cs typeface="Apple SD Gothic Neo"/>
              </a:defRPr>
            </a:lvl2pPr>
            <a:lvl3pPr>
              <a:defRPr sz="2325" b="0">
                <a:solidFill>
                  <a:srgbClr val="C3D5D7"/>
                </a:solidFill>
                <a:latin typeface="Apple SD Gothic Neo"/>
                <a:ea typeface="Apple SD Gothic Neo"/>
                <a:cs typeface="Apple SD Gothic Neo"/>
              </a:defRPr>
            </a:lvl3pPr>
            <a:lvl4pPr>
              <a:defRPr sz="2325" b="0">
                <a:solidFill>
                  <a:srgbClr val="C3D5D7"/>
                </a:solidFill>
                <a:latin typeface="Apple SD Gothic Neo"/>
                <a:ea typeface="Apple SD Gothic Neo"/>
                <a:cs typeface="Apple SD Gothic Neo"/>
              </a:defRPr>
            </a:lvl4pPr>
            <a:lvl5pPr>
              <a:defRPr sz="2325" b="0">
                <a:solidFill>
                  <a:srgbClr val="C3D5D7"/>
                </a:solidFill>
                <a:latin typeface="Apple SD Gothic Neo"/>
                <a:ea typeface="Apple SD Gothic Neo"/>
                <a:cs typeface="Apple SD Gothic Neo"/>
              </a:defRPr>
            </a:lvl5pPr>
            <a:lvl6pPr>
              <a:defRPr sz="2325" b="0">
                <a:solidFill>
                  <a:srgbClr val="C3D5D7"/>
                </a:solidFill>
                <a:latin typeface="Apple SD Gothic Neo"/>
                <a:ea typeface="Apple SD Gothic Neo"/>
                <a:cs typeface="Apple SD Gothic Neo"/>
              </a:defRPr>
            </a:lvl6pPr>
            <a:lvl7pPr>
              <a:defRPr sz="2325" b="0">
                <a:solidFill>
                  <a:srgbClr val="C3D5D7"/>
                </a:solidFill>
                <a:latin typeface="Apple SD Gothic Neo"/>
                <a:ea typeface="Apple SD Gothic Neo"/>
                <a:cs typeface="Apple SD Gothic Neo"/>
              </a:defRPr>
            </a:lvl7pPr>
            <a:lvl8pPr>
              <a:defRPr sz="2325" b="0">
                <a:solidFill>
                  <a:srgbClr val="C3D5D7"/>
                </a:solidFill>
                <a:latin typeface="Apple SD Gothic Neo"/>
                <a:ea typeface="Apple SD Gothic Neo"/>
                <a:cs typeface="Apple SD Gothic Neo"/>
              </a:defRPr>
            </a:lvl8pPr>
            <a:lvl9pPr>
              <a:defRPr sz="2325" b="0">
                <a:solidFill>
                  <a:srgbClr val="C3D5D7"/>
                </a:solidFill>
                <a:latin typeface="Apple SD Gothic Neo"/>
                <a:ea typeface="Apple SD Gothic Neo"/>
                <a:cs typeface="Apple SD Gothic Neo"/>
              </a:defRPr>
            </a:lvl9pPr>
          </a:lstStyle>
          <a:p xmlns:a="http://schemas.openxmlformats.org/drawingml/2006/main">
            <a:pPr>
              <a:defRPr sz="2325" b="0">
                <a:solidFill>
                  <a:srgbClr val="C3D5D7"/>
                </a:solidFill>
                <a:latin typeface="Apple SD Gothic Neo"/>
                <a:ea typeface="Apple SD Gothic Neo"/>
                <a:cs typeface="Apple SD Gothic Neo"/>
              </a:defRPr>
            </a:pPr>
            <a:r>
              <a:rPr sz="2325" b="0">
                <a:solidFill>
                  <a:srgbClr val="C3D5D7"/>
                </a:solidFill>
                <a:latin typeface="Apple SD Gothic Neo"/>
                <a:ea typeface="Apple SD Gothic Neo"/>
                <a:cs typeface="Apple SD Gothic Neo"/>
              </a:rPr>
              <a:t>모의 MES · SQLite 저장</a:t>
            </a:r>
          </a:p>
        </p:txBody>
      </p:sp>
      <p:sp>
        <p:nvSpPr>
          <p:cNvPr id="7" name="">
            <a:extLst xmlns:a="http://schemas.openxmlformats.org/drawingml/2006/main">
              <a:ext uri="{FF2B5EF4-FFF2-40B4-BE49-F238E27FC236}">
                <a16:creationId xmlns:a16="http://schemas.microsoft.com/office/drawing/2014/main" id="{767D4B36-5A90-437B-B581-2E8E2B01EB88}"/>
              </a:ext>
            </a:extLst>
          </p:cNvPr>
          <p:cNvSpPr>
            <a:spLocks xmlns:a="http://schemas.openxmlformats.org/drawingml/2006/main" noGrp="1"/>
          </p:cNvSpPr>
          <p:nvPr/>
        </p:nvSpPr>
        <p:spPr>
          <a:xfrm xmlns:a="http://schemas.openxmlformats.org/drawingml/2006/main">
            <a:off x="6810375" y="43338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C3D5D7"/>
                </a:solidFill>
                <a:latin typeface="Apple SD Gothic Neo"/>
                <a:ea typeface="Apple SD Gothic Neo"/>
                <a:cs typeface="Apple SD Gothic Neo"/>
              </a:defRPr>
            </a:defPPr>
            <a:lvl1pPr>
              <a:defRPr sz="2325" b="0">
                <a:solidFill>
                  <a:srgbClr val="C3D5D7"/>
                </a:solidFill>
                <a:latin typeface="Apple SD Gothic Neo"/>
                <a:ea typeface="Apple SD Gothic Neo"/>
                <a:cs typeface="Apple SD Gothic Neo"/>
              </a:defRPr>
            </a:lvl1pPr>
            <a:lvl2pPr>
              <a:defRPr sz="2325" b="0">
                <a:solidFill>
                  <a:srgbClr val="C3D5D7"/>
                </a:solidFill>
                <a:latin typeface="Apple SD Gothic Neo"/>
                <a:ea typeface="Apple SD Gothic Neo"/>
                <a:cs typeface="Apple SD Gothic Neo"/>
              </a:defRPr>
            </a:lvl2pPr>
            <a:lvl3pPr>
              <a:defRPr sz="2325" b="0">
                <a:solidFill>
                  <a:srgbClr val="C3D5D7"/>
                </a:solidFill>
                <a:latin typeface="Apple SD Gothic Neo"/>
                <a:ea typeface="Apple SD Gothic Neo"/>
                <a:cs typeface="Apple SD Gothic Neo"/>
              </a:defRPr>
            </a:lvl3pPr>
            <a:lvl4pPr>
              <a:defRPr sz="2325" b="0">
                <a:solidFill>
                  <a:srgbClr val="C3D5D7"/>
                </a:solidFill>
                <a:latin typeface="Apple SD Gothic Neo"/>
                <a:ea typeface="Apple SD Gothic Neo"/>
                <a:cs typeface="Apple SD Gothic Neo"/>
              </a:defRPr>
            </a:lvl4pPr>
            <a:lvl5pPr>
              <a:defRPr sz="2325" b="0">
                <a:solidFill>
                  <a:srgbClr val="C3D5D7"/>
                </a:solidFill>
                <a:latin typeface="Apple SD Gothic Neo"/>
                <a:ea typeface="Apple SD Gothic Neo"/>
                <a:cs typeface="Apple SD Gothic Neo"/>
              </a:defRPr>
            </a:lvl5pPr>
            <a:lvl6pPr>
              <a:defRPr sz="2325" b="0">
                <a:solidFill>
                  <a:srgbClr val="C3D5D7"/>
                </a:solidFill>
                <a:latin typeface="Apple SD Gothic Neo"/>
                <a:ea typeface="Apple SD Gothic Neo"/>
                <a:cs typeface="Apple SD Gothic Neo"/>
              </a:defRPr>
            </a:lvl6pPr>
            <a:lvl7pPr>
              <a:defRPr sz="2325" b="0">
                <a:solidFill>
                  <a:srgbClr val="C3D5D7"/>
                </a:solidFill>
                <a:latin typeface="Apple SD Gothic Neo"/>
                <a:ea typeface="Apple SD Gothic Neo"/>
                <a:cs typeface="Apple SD Gothic Neo"/>
              </a:defRPr>
            </a:lvl7pPr>
            <a:lvl8pPr>
              <a:defRPr sz="2325" b="0">
                <a:solidFill>
                  <a:srgbClr val="C3D5D7"/>
                </a:solidFill>
                <a:latin typeface="Apple SD Gothic Neo"/>
                <a:ea typeface="Apple SD Gothic Neo"/>
                <a:cs typeface="Apple SD Gothic Neo"/>
              </a:defRPr>
            </a:lvl8pPr>
            <a:lvl9pPr>
              <a:defRPr sz="2325" b="0">
                <a:solidFill>
                  <a:srgbClr val="C3D5D7"/>
                </a:solidFill>
                <a:latin typeface="Apple SD Gothic Neo"/>
                <a:ea typeface="Apple SD Gothic Neo"/>
                <a:cs typeface="Apple SD Gothic Neo"/>
              </a:defRPr>
            </a:lvl9pPr>
          </a:lstStyle>
          <a:p xmlns:a="http://schemas.openxmlformats.org/drawingml/2006/main">
            <a:pPr>
              <a:defRPr sz="2325" b="0">
                <a:solidFill>
                  <a:srgbClr val="C3D5D7"/>
                </a:solidFill>
                <a:latin typeface="Apple SD Gothic Neo"/>
                <a:ea typeface="Apple SD Gothic Neo"/>
                <a:cs typeface="Apple SD Gothic Neo"/>
              </a:defRPr>
            </a:pPr>
            <a:r>
              <a:rPr sz="2325" b="0">
                <a:solidFill>
                  <a:srgbClr val="C3D5D7"/>
                </a:solidFill>
                <a:latin typeface="Apple SD Gothic Neo"/>
                <a:ea typeface="Apple SD Gothic Neo"/>
                <a:cs typeface="Apple SD Gothic Neo"/>
              </a:rPr>
              <a:t>클라우드는 기록 동기화</a:t>
            </a:r>
          </a:p>
        </p:txBody>
      </p:sp>
      <p:sp>
        <p:nvSpPr>
          <p:cNvPr id="8" name="">
            <a:extLst xmlns:a="http://schemas.openxmlformats.org/drawingml/2006/main">
              <a:ext uri="{FF2B5EF4-FFF2-40B4-BE49-F238E27FC236}">
                <a16:creationId xmlns:a16="http://schemas.microsoft.com/office/drawing/2014/main" id="{A1CA70F1-C302-45B8-9A87-309853DDE0D8}"/>
              </a:ext>
            </a:extLst>
          </p:cNvPr>
          <p:cNvSpPr>
            <a:spLocks xmlns:a="http://schemas.openxmlformats.org/drawingml/2006/main" noGrp="1"/>
          </p:cNvSpPr>
          <p:nvPr/>
        </p:nvSpPr>
        <p:spPr>
          <a:xfrm xmlns:a="http://schemas.openxmlformats.org/drawingml/2006/main">
            <a:off x="657225" y="5857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F5B39B"/>
                </a:solidFill>
                <a:latin typeface="Apple SD Gothic Neo"/>
                <a:ea typeface="Apple SD Gothic Neo"/>
                <a:cs typeface="Apple SD Gothic Neo"/>
              </a:defRPr>
            </a:defPPr>
            <a:lvl1pPr>
              <a:defRPr sz="2025" b="1">
                <a:solidFill>
                  <a:srgbClr val="F5B39B"/>
                </a:solidFill>
                <a:latin typeface="Apple SD Gothic Neo"/>
                <a:ea typeface="Apple SD Gothic Neo"/>
                <a:cs typeface="Apple SD Gothic Neo"/>
              </a:defRPr>
            </a:lvl1pPr>
            <a:lvl2pPr>
              <a:defRPr sz="2025" b="1">
                <a:solidFill>
                  <a:srgbClr val="F5B39B"/>
                </a:solidFill>
                <a:latin typeface="Apple SD Gothic Neo"/>
                <a:ea typeface="Apple SD Gothic Neo"/>
                <a:cs typeface="Apple SD Gothic Neo"/>
              </a:defRPr>
            </a:lvl2pPr>
            <a:lvl3pPr>
              <a:defRPr sz="2025" b="1">
                <a:solidFill>
                  <a:srgbClr val="F5B39B"/>
                </a:solidFill>
                <a:latin typeface="Apple SD Gothic Neo"/>
                <a:ea typeface="Apple SD Gothic Neo"/>
                <a:cs typeface="Apple SD Gothic Neo"/>
              </a:defRPr>
            </a:lvl3pPr>
            <a:lvl4pPr>
              <a:defRPr sz="2025" b="1">
                <a:solidFill>
                  <a:srgbClr val="F5B39B"/>
                </a:solidFill>
                <a:latin typeface="Apple SD Gothic Neo"/>
                <a:ea typeface="Apple SD Gothic Neo"/>
                <a:cs typeface="Apple SD Gothic Neo"/>
              </a:defRPr>
            </a:lvl4pPr>
            <a:lvl5pPr>
              <a:defRPr sz="2025" b="1">
                <a:solidFill>
                  <a:srgbClr val="F5B39B"/>
                </a:solidFill>
                <a:latin typeface="Apple SD Gothic Neo"/>
                <a:ea typeface="Apple SD Gothic Neo"/>
                <a:cs typeface="Apple SD Gothic Neo"/>
              </a:defRPr>
            </a:lvl5pPr>
            <a:lvl6pPr>
              <a:defRPr sz="2025" b="1">
                <a:solidFill>
                  <a:srgbClr val="F5B39B"/>
                </a:solidFill>
                <a:latin typeface="Apple SD Gothic Neo"/>
                <a:ea typeface="Apple SD Gothic Neo"/>
                <a:cs typeface="Apple SD Gothic Neo"/>
              </a:defRPr>
            </a:lvl6pPr>
            <a:lvl7pPr>
              <a:defRPr sz="2025" b="1">
                <a:solidFill>
                  <a:srgbClr val="F5B39B"/>
                </a:solidFill>
                <a:latin typeface="Apple SD Gothic Neo"/>
                <a:ea typeface="Apple SD Gothic Neo"/>
                <a:cs typeface="Apple SD Gothic Neo"/>
              </a:defRPr>
            </a:lvl7pPr>
            <a:lvl8pPr>
              <a:defRPr sz="2025" b="1">
                <a:solidFill>
                  <a:srgbClr val="F5B39B"/>
                </a:solidFill>
                <a:latin typeface="Apple SD Gothic Neo"/>
                <a:ea typeface="Apple SD Gothic Neo"/>
                <a:cs typeface="Apple SD Gothic Neo"/>
              </a:defRPr>
            </a:lvl8pPr>
            <a:lvl9pPr>
              <a:defRPr sz="2025" b="1">
                <a:solidFill>
                  <a:srgbClr val="F5B39B"/>
                </a:solidFill>
                <a:latin typeface="Apple SD Gothic Neo"/>
                <a:ea typeface="Apple SD Gothic Neo"/>
                <a:cs typeface="Apple SD Gothic Neo"/>
              </a:defRPr>
            </a:lvl9pPr>
          </a:lstStyle>
          <a:p xmlns:a="http://schemas.openxmlformats.org/drawingml/2006/main">
            <a:pPr>
              <a:defRPr sz="2025" b="1">
                <a:solidFill>
                  <a:srgbClr val="F5B39B"/>
                </a:solidFill>
                <a:latin typeface="Apple SD Gothic Neo"/>
                <a:ea typeface="Apple SD Gothic Neo"/>
                <a:cs typeface="Apple SD Gothic Neo"/>
              </a:defRPr>
            </a:pPr>
            <a:r>
              <a:rPr sz="2025" b="1">
                <a:solidFill>
                  <a:srgbClr val="F5B39B"/>
                </a:solidFill>
                <a:latin typeface="Apple SD Gothic Neo"/>
                <a:ea typeface="Apple SD Gothic Neo"/>
                <a:cs typeface="Apple SD Gothic Neo"/>
              </a:rPr>
              <a:t>PDA와 Jetson을 잇는 현장 네트워크는 필요합니다.</a:t>
            </a:r>
          </a:p>
        </p:txBody>
      </p:sp>
    </p:spTree>
    <p:extLst>
      <p:ext uri="{BB962C8B-B14F-4D97-AF65-F5344CB8AC3E}">
        <p14:creationId xmlns:p14="http://schemas.microsoft.com/office/powerpoint/2010/main" val="744327183"/>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B23FB1-AD60-42B0-954F-26BE6CB2A12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B5BBE7FE-720C-4F13-97D8-C1061D332464}"/>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PDA 화면과 작업 흐름</a:t>
            </a:r>
          </a:p>
        </p:txBody>
      </p:sp>
      <p:sp>
        <p:nvSpPr>
          <p:cNvPr id="3" name="">
            <a:extLst xmlns:a="http://schemas.openxmlformats.org/drawingml/2006/main">
              <a:ext uri="{FF2B5EF4-FFF2-40B4-BE49-F238E27FC236}">
                <a16:creationId xmlns:a16="http://schemas.microsoft.com/office/drawing/2014/main" id="{DF8B1B8D-BE12-4D88-9783-84B7B62B117A}"/>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보관된 PDA 화면 예시. 최신 안전 안내는 상단 바 한 곳에서 확인</a:t>
            </a:r>
          </a:p>
        </p:txBody>
      </p:sp>
      <p:sp>
        <p:nvSpPr>
          <p:cNvPr id="4" name="">
            <a:extLst xmlns:a="http://schemas.openxmlformats.org/drawingml/2006/main">
              <a:ext uri="{FF2B5EF4-FFF2-40B4-BE49-F238E27FC236}">
                <a16:creationId xmlns:a16="http://schemas.microsoft.com/office/drawing/2014/main" id="{E2D6DB9D-1CC9-4584-85A2-6D6B5A1A9F7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08</a:t>
            </a:r>
          </a:p>
        </p:txBody>
      </p:sp>
      <p:pic>
        <p:nvPicPr>
          <p:cNvPr id="5" name="">
            <a:extLst xmlns:a="http://schemas.openxmlformats.org/drawingml/2006/main">
              <a:ext uri="{FF2B5EF4-FFF2-40B4-BE49-F238E27FC236}">
                <a16:creationId xmlns:a16="http://schemas.microsoft.com/office/drawing/2014/main" id="{32274FCB-D08B-4FA6-B6B4-4D0B73A33979}"/>
              </a:ext>
            </a:extLst>
          </p:cNvPr>
          <p:cNvPicPr>
            <a:picLocks xmlns:a="http://schemas.openxmlformats.org/drawingml/2006/main" noChangeAspect="1"/>
          </p:cNvPicPr>
          <p:nvPr/>
        </p:nvPicPr>
        <p:blipFill>
          <a:blip xmlns:r="http://schemas.openxmlformats.org/officeDocument/2006/relationships" xmlns:a="http://schemas.openxmlformats.org/drawingml/2006/main" r:embed="R95869d4b56d14fda"/>
          <a:srcRect xmlns:a="http://schemas.openxmlformats.org/drawingml/2006/main" l="1500" t="18000" r="1500" b="8000"/>
          <a:stretch xmlns:a="http://schemas.openxmlformats.org/drawingml/2006/main"/>
        </p:blipFill>
        <p:spPr>
          <a:xfrm xmlns:a="http://schemas.openxmlformats.org/drawingml/2006/main">
            <a:off x="609600" y="2543175"/>
            <a:ext cx="8229600" cy="3781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3A6D6A-639B-4F68-8A9A-E4A3D25BD321}"/>
              </a:ext>
            </a:extLst>
          </p:cNvPr>
          <p:cNvSpPr>
            <a:spLocks xmlns:a="http://schemas.openxmlformats.org/drawingml/2006/main" noGrp="1"/>
          </p:cNvSpPr>
          <p:nvPr/>
        </p:nvSpPr>
        <p:spPr>
          <a:xfrm xmlns:a="http://schemas.openxmlformats.org/drawingml/2006/main">
            <a:off x="9239250" y="27336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36D68"/>
                </a:solidFill>
                <a:latin typeface="Apple SD Gothic Neo"/>
                <a:ea typeface="Apple SD Gothic Neo"/>
                <a:cs typeface="Apple SD Gothic Neo"/>
              </a:defRPr>
            </a:defPPr>
            <a:lvl1pPr>
              <a:defRPr sz="2325" b="1">
                <a:solidFill>
                  <a:srgbClr val="236D68"/>
                </a:solidFill>
                <a:latin typeface="Apple SD Gothic Neo"/>
                <a:ea typeface="Apple SD Gothic Neo"/>
                <a:cs typeface="Apple SD Gothic Neo"/>
              </a:defRPr>
            </a:lvl1pPr>
            <a:lvl2pPr>
              <a:defRPr sz="2325" b="1">
                <a:solidFill>
                  <a:srgbClr val="236D68"/>
                </a:solidFill>
                <a:latin typeface="Apple SD Gothic Neo"/>
                <a:ea typeface="Apple SD Gothic Neo"/>
                <a:cs typeface="Apple SD Gothic Neo"/>
              </a:defRPr>
            </a:lvl2pPr>
            <a:lvl3pPr>
              <a:defRPr sz="2325" b="1">
                <a:solidFill>
                  <a:srgbClr val="236D68"/>
                </a:solidFill>
                <a:latin typeface="Apple SD Gothic Neo"/>
                <a:ea typeface="Apple SD Gothic Neo"/>
                <a:cs typeface="Apple SD Gothic Neo"/>
              </a:defRPr>
            </a:lvl3pPr>
            <a:lvl4pPr>
              <a:defRPr sz="2325" b="1">
                <a:solidFill>
                  <a:srgbClr val="236D68"/>
                </a:solidFill>
                <a:latin typeface="Apple SD Gothic Neo"/>
                <a:ea typeface="Apple SD Gothic Neo"/>
                <a:cs typeface="Apple SD Gothic Neo"/>
              </a:defRPr>
            </a:lvl4pPr>
            <a:lvl5pPr>
              <a:defRPr sz="2325" b="1">
                <a:solidFill>
                  <a:srgbClr val="236D68"/>
                </a:solidFill>
                <a:latin typeface="Apple SD Gothic Neo"/>
                <a:ea typeface="Apple SD Gothic Neo"/>
                <a:cs typeface="Apple SD Gothic Neo"/>
              </a:defRPr>
            </a:lvl5pPr>
            <a:lvl6pPr>
              <a:defRPr sz="2325" b="1">
                <a:solidFill>
                  <a:srgbClr val="236D68"/>
                </a:solidFill>
                <a:latin typeface="Apple SD Gothic Neo"/>
                <a:ea typeface="Apple SD Gothic Neo"/>
                <a:cs typeface="Apple SD Gothic Neo"/>
              </a:defRPr>
            </a:lvl6pPr>
            <a:lvl7pPr>
              <a:defRPr sz="2325" b="1">
                <a:solidFill>
                  <a:srgbClr val="236D68"/>
                </a:solidFill>
                <a:latin typeface="Apple SD Gothic Neo"/>
                <a:ea typeface="Apple SD Gothic Neo"/>
                <a:cs typeface="Apple SD Gothic Neo"/>
              </a:defRPr>
            </a:lvl7pPr>
            <a:lvl8pPr>
              <a:defRPr sz="2325" b="1">
                <a:solidFill>
                  <a:srgbClr val="236D68"/>
                </a:solidFill>
                <a:latin typeface="Apple SD Gothic Neo"/>
                <a:ea typeface="Apple SD Gothic Neo"/>
                <a:cs typeface="Apple SD Gothic Neo"/>
              </a:defRPr>
            </a:lvl8pPr>
            <a:lvl9pPr>
              <a:defRPr sz="2325" b="1">
                <a:solidFill>
                  <a:srgbClr val="236D68"/>
                </a:solidFill>
                <a:latin typeface="Apple SD Gothic Neo"/>
                <a:ea typeface="Apple SD Gothic Neo"/>
                <a:cs typeface="Apple SD Gothic Neo"/>
              </a:defRPr>
            </a:lvl9pPr>
          </a:lstStyle>
          <a:p xmlns:a="http://schemas.openxmlformats.org/drawingml/2006/main">
            <a:pPr>
              <a:defRPr sz="2325" b="1">
                <a:solidFill>
                  <a:srgbClr val="236D68"/>
                </a:solidFill>
                <a:latin typeface="Apple SD Gothic Neo"/>
                <a:ea typeface="Apple SD Gothic Neo"/>
                <a:cs typeface="Apple SD Gothic Neo"/>
              </a:defRPr>
            </a:pPr>
            <a:r>
              <a:rPr sz="2325" b="1">
                <a:solidFill>
                  <a:srgbClr val="236D68"/>
                </a:solidFill>
                <a:latin typeface="Apple SD Gothic Neo"/>
                <a:ea typeface="Apple SD Gothic Neo"/>
                <a:cs typeface="Apple SD Gothic Neo"/>
              </a:rPr>
              <a:t>설비 상태</a:t>
            </a:r>
          </a:p>
        </p:txBody>
      </p:sp>
      <p:sp>
        <p:nvSpPr>
          <p:cNvPr id="7" name="">
            <a:extLst xmlns:a="http://schemas.openxmlformats.org/drawingml/2006/main">
              <a:ext uri="{FF2B5EF4-FFF2-40B4-BE49-F238E27FC236}">
                <a16:creationId xmlns:a16="http://schemas.microsoft.com/office/drawing/2014/main" id="{560FF819-C7B6-451B-BDB5-66E0C09E549A}"/>
              </a:ext>
            </a:extLst>
          </p:cNvPr>
          <p:cNvSpPr>
            <a:spLocks xmlns:a="http://schemas.openxmlformats.org/drawingml/2006/main" noGrp="1"/>
          </p:cNvSpPr>
          <p:nvPr/>
        </p:nvSpPr>
        <p:spPr>
          <a:xfrm xmlns:a="http://schemas.openxmlformats.org/drawingml/2006/main">
            <a:off x="9239250" y="329565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2C34"/>
                </a:solidFill>
                <a:latin typeface="Apple SD Gothic Neo"/>
                <a:ea typeface="Apple SD Gothic Neo"/>
                <a:cs typeface="Apple SD Gothic Neo"/>
              </a:defRPr>
            </a:defPPr>
            <a:lvl1pPr>
              <a:defRPr sz="1800" b="0">
                <a:solidFill>
                  <a:srgbClr val="182C34"/>
                </a:solidFill>
                <a:latin typeface="Apple SD Gothic Neo"/>
                <a:ea typeface="Apple SD Gothic Neo"/>
                <a:cs typeface="Apple SD Gothic Neo"/>
              </a:defRPr>
            </a:lvl1pPr>
            <a:lvl2pPr>
              <a:defRPr sz="1800" b="0">
                <a:solidFill>
                  <a:srgbClr val="182C34"/>
                </a:solidFill>
                <a:latin typeface="Apple SD Gothic Neo"/>
                <a:ea typeface="Apple SD Gothic Neo"/>
                <a:cs typeface="Apple SD Gothic Neo"/>
              </a:defRPr>
            </a:lvl2pPr>
            <a:lvl3pPr>
              <a:defRPr sz="1800" b="0">
                <a:solidFill>
                  <a:srgbClr val="182C34"/>
                </a:solidFill>
                <a:latin typeface="Apple SD Gothic Neo"/>
                <a:ea typeface="Apple SD Gothic Neo"/>
                <a:cs typeface="Apple SD Gothic Neo"/>
              </a:defRPr>
            </a:lvl3pPr>
            <a:lvl4pPr>
              <a:defRPr sz="1800" b="0">
                <a:solidFill>
                  <a:srgbClr val="182C34"/>
                </a:solidFill>
                <a:latin typeface="Apple SD Gothic Neo"/>
                <a:ea typeface="Apple SD Gothic Neo"/>
                <a:cs typeface="Apple SD Gothic Neo"/>
              </a:defRPr>
            </a:lvl4pPr>
            <a:lvl5pPr>
              <a:defRPr sz="1800" b="0">
                <a:solidFill>
                  <a:srgbClr val="182C34"/>
                </a:solidFill>
                <a:latin typeface="Apple SD Gothic Neo"/>
                <a:ea typeface="Apple SD Gothic Neo"/>
                <a:cs typeface="Apple SD Gothic Neo"/>
              </a:defRPr>
            </a:lvl5pPr>
            <a:lvl6pPr>
              <a:defRPr sz="1800" b="0">
                <a:solidFill>
                  <a:srgbClr val="182C34"/>
                </a:solidFill>
                <a:latin typeface="Apple SD Gothic Neo"/>
                <a:ea typeface="Apple SD Gothic Neo"/>
                <a:cs typeface="Apple SD Gothic Neo"/>
              </a:defRPr>
            </a:lvl6pPr>
            <a:lvl7pPr>
              <a:defRPr sz="1800" b="0">
                <a:solidFill>
                  <a:srgbClr val="182C34"/>
                </a:solidFill>
                <a:latin typeface="Apple SD Gothic Neo"/>
                <a:ea typeface="Apple SD Gothic Neo"/>
                <a:cs typeface="Apple SD Gothic Neo"/>
              </a:defRPr>
            </a:lvl7pPr>
            <a:lvl8pPr>
              <a:defRPr sz="1800" b="0">
                <a:solidFill>
                  <a:srgbClr val="182C34"/>
                </a:solidFill>
                <a:latin typeface="Apple SD Gothic Neo"/>
                <a:ea typeface="Apple SD Gothic Neo"/>
                <a:cs typeface="Apple SD Gothic Neo"/>
              </a:defRPr>
            </a:lvl8pPr>
            <a:lvl9pPr>
              <a:defRPr sz="1800" b="0">
                <a:solidFill>
                  <a:srgbClr val="182C34"/>
                </a:solidFill>
                <a:latin typeface="Apple SD Gothic Neo"/>
                <a:ea typeface="Apple SD Gothic Neo"/>
                <a:cs typeface="Apple SD Gothic Neo"/>
              </a:defRPr>
            </a:lvl9pPr>
          </a:lstStyle>
          <a:p xmlns:a="http://schemas.openxmlformats.org/drawingml/2006/main">
            <a:pPr>
              <a:defRPr sz="1800" b="0">
                <a:solidFill>
                  <a:srgbClr val="182C34"/>
                </a:solidFill>
                <a:latin typeface="Apple SD Gothic Neo"/>
                <a:ea typeface="Apple SD Gothic Neo"/>
                <a:cs typeface="Apple SD Gothic Neo"/>
              </a:defRPr>
            </a:pPr>
            <a:r>
              <a:rPr sz="1800" b="0">
                <a:solidFill>
                  <a:srgbClr val="182C34"/>
                </a:solidFill>
                <a:latin typeface="Apple SD Gothic Neo"/>
                <a:ea typeface="Apple SD Gothic Neo"/>
                <a:cs typeface="Apple SD Gothic Neo"/>
              </a:rPr>
              <a:t>값·단위·측정 시각</a:t>
            </a:r>
          </a:p>
        </p:txBody>
      </p:sp>
      <p:sp>
        <p:nvSpPr>
          <p:cNvPr id="8" name="">
            <a:extLst xmlns:a="http://schemas.openxmlformats.org/drawingml/2006/main">
              <a:ext uri="{FF2B5EF4-FFF2-40B4-BE49-F238E27FC236}">
                <a16:creationId xmlns:a16="http://schemas.microsoft.com/office/drawing/2014/main" id="{380EE498-0F52-4FF6-A98B-7070E5A7FA0D}"/>
              </a:ext>
            </a:extLst>
          </p:cNvPr>
          <p:cNvSpPr>
            <a:spLocks xmlns:a="http://schemas.openxmlformats.org/drawingml/2006/main" noGrp="1"/>
          </p:cNvSpPr>
          <p:nvPr/>
        </p:nvSpPr>
        <p:spPr>
          <a:xfrm xmlns:a="http://schemas.openxmlformats.org/drawingml/2006/main">
            <a:off x="9239250" y="42481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CB4A29"/>
                </a:solidFill>
                <a:latin typeface="Apple SD Gothic Neo"/>
                <a:ea typeface="Apple SD Gothic Neo"/>
                <a:cs typeface="Apple SD Gothic Neo"/>
              </a:defRPr>
            </a:defPPr>
            <a:lvl1pPr>
              <a:defRPr sz="2325" b="1">
                <a:solidFill>
                  <a:srgbClr val="CB4A29"/>
                </a:solidFill>
                <a:latin typeface="Apple SD Gothic Neo"/>
                <a:ea typeface="Apple SD Gothic Neo"/>
                <a:cs typeface="Apple SD Gothic Neo"/>
              </a:defRPr>
            </a:lvl1pPr>
            <a:lvl2pPr>
              <a:defRPr sz="2325" b="1">
                <a:solidFill>
                  <a:srgbClr val="CB4A29"/>
                </a:solidFill>
                <a:latin typeface="Apple SD Gothic Neo"/>
                <a:ea typeface="Apple SD Gothic Neo"/>
                <a:cs typeface="Apple SD Gothic Neo"/>
              </a:defRPr>
            </a:lvl2pPr>
            <a:lvl3pPr>
              <a:defRPr sz="2325" b="1">
                <a:solidFill>
                  <a:srgbClr val="CB4A29"/>
                </a:solidFill>
                <a:latin typeface="Apple SD Gothic Neo"/>
                <a:ea typeface="Apple SD Gothic Neo"/>
                <a:cs typeface="Apple SD Gothic Neo"/>
              </a:defRPr>
            </a:lvl3pPr>
            <a:lvl4pPr>
              <a:defRPr sz="2325" b="1">
                <a:solidFill>
                  <a:srgbClr val="CB4A29"/>
                </a:solidFill>
                <a:latin typeface="Apple SD Gothic Neo"/>
                <a:ea typeface="Apple SD Gothic Neo"/>
                <a:cs typeface="Apple SD Gothic Neo"/>
              </a:defRPr>
            </a:lvl4pPr>
            <a:lvl5pPr>
              <a:defRPr sz="2325" b="1">
                <a:solidFill>
                  <a:srgbClr val="CB4A29"/>
                </a:solidFill>
                <a:latin typeface="Apple SD Gothic Neo"/>
                <a:ea typeface="Apple SD Gothic Neo"/>
                <a:cs typeface="Apple SD Gothic Neo"/>
              </a:defRPr>
            </a:lvl5pPr>
            <a:lvl6pPr>
              <a:defRPr sz="2325" b="1">
                <a:solidFill>
                  <a:srgbClr val="CB4A29"/>
                </a:solidFill>
                <a:latin typeface="Apple SD Gothic Neo"/>
                <a:ea typeface="Apple SD Gothic Neo"/>
                <a:cs typeface="Apple SD Gothic Neo"/>
              </a:defRPr>
            </a:lvl6pPr>
            <a:lvl7pPr>
              <a:defRPr sz="2325" b="1">
                <a:solidFill>
                  <a:srgbClr val="CB4A29"/>
                </a:solidFill>
                <a:latin typeface="Apple SD Gothic Neo"/>
                <a:ea typeface="Apple SD Gothic Neo"/>
                <a:cs typeface="Apple SD Gothic Neo"/>
              </a:defRPr>
            </a:lvl7pPr>
            <a:lvl8pPr>
              <a:defRPr sz="2325" b="1">
                <a:solidFill>
                  <a:srgbClr val="CB4A29"/>
                </a:solidFill>
                <a:latin typeface="Apple SD Gothic Neo"/>
                <a:ea typeface="Apple SD Gothic Neo"/>
                <a:cs typeface="Apple SD Gothic Neo"/>
              </a:defRPr>
            </a:lvl8pPr>
            <a:lvl9pPr>
              <a:defRPr sz="2325" b="1">
                <a:solidFill>
                  <a:srgbClr val="CB4A29"/>
                </a:solidFill>
                <a:latin typeface="Apple SD Gothic Neo"/>
                <a:ea typeface="Apple SD Gothic Neo"/>
                <a:cs typeface="Apple SD Gothic Neo"/>
              </a:defRPr>
            </a:lvl9pPr>
          </a:lstStyle>
          <a:p xmlns:a="http://schemas.openxmlformats.org/drawingml/2006/main">
            <a:pPr>
              <a:defRPr sz="2325" b="1">
                <a:solidFill>
                  <a:srgbClr val="CB4A29"/>
                </a:solidFill>
                <a:latin typeface="Apple SD Gothic Neo"/>
                <a:ea typeface="Apple SD Gothic Neo"/>
                <a:cs typeface="Apple SD Gothic Neo"/>
              </a:defRPr>
            </a:pPr>
            <a:r>
              <a:rPr sz="2325" b="1">
                <a:solidFill>
                  <a:srgbClr val="CB4A29"/>
                </a:solidFill>
                <a:latin typeface="Apple SD Gothic Neo"/>
                <a:ea typeface="Apple SD Gothic Neo"/>
                <a:cs typeface="Apple SD Gothic Neo"/>
              </a:rPr>
              <a:t>질문과 기록</a:t>
            </a:r>
          </a:p>
        </p:txBody>
      </p:sp>
      <p:sp>
        <p:nvSpPr>
          <p:cNvPr id="9" name="">
            <a:extLst xmlns:a="http://schemas.openxmlformats.org/drawingml/2006/main">
              <a:ext uri="{FF2B5EF4-FFF2-40B4-BE49-F238E27FC236}">
                <a16:creationId xmlns:a16="http://schemas.microsoft.com/office/drawing/2014/main" id="{4C7763BA-3890-41AB-BF83-0599048F95A5}"/>
              </a:ext>
            </a:extLst>
          </p:cNvPr>
          <p:cNvSpPr>
            <a:spLocks xmlns:a="http://schemas.openxmlformats.org/drawingml/2006/main" noGrp="1"/>
          </p:cNvSpPr>
          <p:nvPr/>
        </p:nvSpPr>
        <p:spPr>
          <a:xfrm xmlns:a="http://schemas.openxmlformats.org/drawingml/2006/main">
            <a:off x="9239250" y="48291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근거 조회</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근무일지·후속 인계</a:t>
            </a:r>
          </a:p>
        </p:txBody>
      </p:sp>
    </p:spTree>
    <p:extLst>
      <p:ext uri="{BB962C8B-B14F-4D97-AF65-F5344CB8AC3E}">
        <p14:creationId xmlns:p14="http://schemas.microsoft.com/office/powerpoint/2010/main" val="321582894"/>
      </p:ext>
    </p:extLst>
  </p:cSld>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2242B81-C0FC-4D12-8295-8E10DB7FA377}"/>
              </a:ext>
            </a:extLst>
          </p:cNvPr>
          <p:cNvCxnSpPr>
            <a:stCxn xmlns:a="http://schemas.openxmlformats.org/drawingml/2006/main" id="13" idx="0"/>
            <a:endCxn xmlns:a="http://schemas.openxmlformats.org/drawingml/2006/main" id="5" idx="2"/>
          </p:cNvCxnSpPr>
          <p:nvPr/>
        </p:nvCxnSpPr>
        <p:spPr>
          <a:xfrm xmlns:a="http://schemas.openxmlformats.org/drawingml/2006/main" flipV="1">
            <a:off x="3819525" y="4191000"/>
            <a:ext cx="1895475" cy="504825"/>
          </a:xfrm>
          <a:prstGeom xmlns:a="http://schemas.openxmlformats.org/drawingml/2006/main" prst="bentConnector4">
            <a:avLst>
              <a:gd name="adj1" fmla="val 0"/>
              <a:gd name="adj2" fmla="val 50000"/>
            </a:avLst>
          </a:prstGeom>
          <a:ln xmlns:a="http://schemas.openxmlformats.org/drawingml/2006/main" w="19050">
            <a:solidFill>
              <a:srgbClr val="236D68"/>
            </a:solidFill>
            <a:tailEnd type="triangle" w="med" len="med"/>
          </a:ln>
        </p:spPr>
      </p:cxnSp>
      <p:sp>
        <p:nvSpPr>
          <p:cNvPr id="17" name="">
            <a:extLst xmlns:a="http://schemas.openxmlformats.org/drawingml/2006/main">
              <a:ext uri="{FF2B5EF4-FFF2-40B4-BE49-F238E27FC236}">
                <a16:creationId xmlns:a16="http://schemas.microsoft.com/office/drawing/2014/main" id="{66B0C811-0669-48D0-B71B-2831AD990220}"/>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39BBF43B-44C7-47A2-B891-4BCF803EE2D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시스템 구성도</a:t>
            </a:r>
          </a:p>
        </p:txBody>
      </p:sp>
      <p:sp>
        <p:nvSpPr>
          <p:cNvPr id="3" name="">
            <a:extLst xmlns:a="http://schemas.openxmlformats.org/drawingml/2006/main">
              <a:ext uri="{FF2B5EF4-FFF2-40B4-BE49-F238E27FC236}">
                <a16:creationId xmlns:a16="http://schemas.microsoft.com/office/drawing/2014/main" id="{5ADFD963-DD73-4AE9-8C79-2E989A61512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09</a:t>
            </a:r>
          </a:p>
        </p:txBody>
      </p:sp>
      <p:sp>
        <p:nvSpPr>
          <p:cNvPr id="4" name="">
            <a:extLst xmlns:a="http://schemas.openxmlformats.org/drawingml/2006/main">
              <a:ext uri="{FF2B5EF4-FFF2-40B4-BE49-F238E27FC236}">
                <a16:creationId xmlns:a16="http://schemas.microsoft.com/office/drawing/2014/main" id="{A511F5C2-2BA0-4D3F-A23B-2078F59A9168}"/>
              </a:ext>
            </a:extLst>
          </p:cNvPr>
          <p:cNvSpPr>
            <a:spLocks xmlns:a="http://schemas.openxmlformats.org/drawingml/2006/main" noGrp="1"/>
          </p:cNvSpPr>
          <p:nvPr/>
        </p:nvSpPr>
        <p:spPr>
          <a:xfrm xmlns:a="http://schemas.openxmlformats.org/drawingml/2006/main">
            <a:off x="609600" y="2381250"/>
            <a:ext cx="2381250" cy="1428750"/>
          </a:xfrm>
          <a:prstGeom xmlns:a="http://schemas.openxmlformats.org/drawingml/2006/main" prst="rect">
            <a:avLst/>
          </a:prstGeom>
          <a:solidFill xmlns:a="http://schemas.openxmlformats.org/drawingml/2006/main">
            <a:srgbClr val="14262E"/>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00" b="1">
                <a:solidFill>
                  <a:srgbClr val="FFFFFF"/>
                </a:solidFill>
                <a:latin typeface="Apple SD Gothic Neo"/>
                <a:ea typeface="Apple SD Gothic Neo"/>
                <a:cs typeface="Apple SD Gothic Neo"/>
              </a:defRPr>
            </a:defPPr>
            <a:lvl1pPr algn="ctr">
              <a:defRPr sz="2100" b="1">
                <a:solidFill>
                  <a:srgbClr val="FFFFFF"/>
                </a:solidFill>
                <a:latin typeface="Apple SD Gothic Neo"/>
                <a:ea typeface="Apple SD Gothic Neo"/>
                <a:cs typeface="Apple SD Gothic Neo"/>
              </a:defRPr>
            </a:lvl1pPr>
            <a:lvl2pPr algn="ctr">
              <a:defRPr sz="2100" b="1">
                <a:solidFill>
                  <a:srgbClr val="FFFFFF"/>
                </a:solidFill>
                <a:latin typeface="Apple SD Gothic Neo"/>
                <a:ea typeface="Apple SD Gothic Neo"/>
                <a:cs typeface="Apple SD Gothic Neo"/>
              </a:defRPr>
            </a:lvl2pPr>
            <a:lvl3pPr algn="ctr">
              <a:defRPr sz="2100" b="1">
                <a:solidFill>
                  <a:srgbClr val="FFFFFF"/>
                </a:solidFill>
                <a:latin typeface="Apple SD Gothic Neo"/>
                <a:ea typeface="Apple SD Gothic Neo"/>
                <a:cs typeface="Apple SD Gothic Neo"/>
              </a:defRPr>
            </a:lvl3pPr>
            <a:lvl4pPr algn="ctr">
              <a:defRPr sz="2100" b="1">
                <a:solidFill>
                  <a:srgbClr val="FFFFFF"/>
                </a:solidFill>
                <a:latin typeface="Apple SD Gothic Neo"/>
                <a:ea typeface="Apple SD Gothic Neo"/>
                <a:cs typeface="Apple SD Gothic Neo"/>
              </a:defRPr>
            </a:lvl4pPr>
            <a:lvl5pPr algn="ctr">
              <a:defRPr sz="2100" b="1">
                <a:solidFill>
                  <a:srgbClr val="FFFFFF"/>
                </a:solidFill>
                <a:latin typeface="Apple SD Gothic Neo"/>
                <a:ea typeface="Apple SD Gothic Neo"/>
                <a:cs typeface="Apple SD Gothic Neo"/>
              </a:defRPr>
            </a:lvl5pPr>
            <a:lvl6pPr algn="ctr">
              <a:defRPr sz="2100" b="1">
                <a:solidFill>
                  <a:srgbClr val="FFFFFF"/>
                </a:solidFill>
                <a:latin typeface="Apple SD Gothic Neo"/>
                <a:ea typeface="Apple SD Gothic Neo"/>
                <a:cs typeface="Apple SD Gothic Neo"/>
              </a:defRPr>
            </a:lvl6pPr>
            <a:lvl7pPr algn="ctr">
              <a:defRPr sz="2100" b="1">
                <a:solidFill>
                  <a:srgbClr val="FFFFFF"/>
                </a:solidFill>
                <a:latin typeface="Apple SD Gothic Neo"/>
                <a:ea typeface="Apple SD Gothic Neo"/>
                <a:cs typeface="Apple SD Gothic Neo"/>
              </a:defRPr>
            </a:lvl7pPr>
            <a:lvl8pPr algn="ctr">
              <a:defRPr sz="2100" b="1">
                <a:solidFill>
                  <a:srgbClr val="FFFFFF"/>
                </a:solidFill>
                <a:latin typeface="Apple SD Gothic Neo"/>
                <a:ea typeface="Apple SD Gothic Neo"/>
                <a:cs typeface="Apple SD Gothic Neo"/>
              </a:defRPr>
            </a:lvl8pPr>
            <a:lvl9pPr algn="ctr">
              <a:defRPr sz="2100" b="1">
                <a:solidFill>
                  <a:srgbClr val="FFFFFF"/>
                </a:solidFill>
                <a:latin typeface="Apple SD Gothic Neo"/>
                <a:ea typeface="Apple SD Gothic Neo"/>
                <a:cs typeface="Apple SD Gothic Neo"/>
              </a:defRPr>
            </a:lvl9pPr>
          </a:lstStyle>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Unity PC</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작업자 시점 영상</a:t>
            </a:r>
          </a:p>
        </p:txBody>
      </p:sp>
      <p:sp>
        <p:nvSpPr>
          <p:cNvPr id="5" name="">
            <a:extLst xmlns:a="http://schemas.openxmlformats.org/drawingml/2006/main">
              <a:ext uri="{FF2B5EF4-FFF2-40B4-BE49-F238E27FC236}">
                <a16:creationId xmlns:a16="http://schemas.microsoft.com/office/drawing/2014/main" id="{70135938-6690-4E64-BEA0-5505268EF536}"/>
              </a:ext>
            </a:extLst>
          </p:cNvPr>
          <p:cNvSpPr>
            <a:spLocks xmlns:a="http://schemas.openxmlformats.org/drawingml/2006/main" noGrp="1"/>
          </p:cNvSpPr>
          <p:nvPr/>
        </p:nvSpPr>
        <p:spPr>
          <a:xfrm xmlns:a="http://schemas.openxmlformats.org/drawingml/2006/main">
            <a:off x="4400550" y="2381250"/>
            <a:ext cx="2628900" cy="1809750"/>
          </a:xfrm>
          <a:prstGeom xmlns:a="http://schemas.openxmlformats.org/drawingml/2006/main" prst="rect">
            <a:avLst/>
          </a:prstGeom>
          <a:solidFill xmlns:a="http://schemas.openxmlformats.org/drawingml/2006/main">
            <a:srgbClr val="236D68"/>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00" b="1">
                <a:solidFill>
                  <a:srgbClr val="FFFFFF"/>
                </a:solidFill>
                <a:latin typeface="Apple SD Gothic Neo"/>
                <a:ea typeface="Apple SD Gothic Neo"/>
                <a:cs typeface="Apple SD Gothic Neo"/>
              </a:defRPr>
            </a:defPPr>
            <a:lvl1pPr algn="ctr">
              <a:defRPr sz="2100" b="1">
                <a:solidFill>
                  <a:srgbClr val="FFFFFF"/>
                </a:solidFill>
                <a:latin typeface="Apple SD Gothic Neo"/>
                <a:ea typeface="Apple SD Gothic Neo"/>
                <a:cs typeface="Apple SD Gothic Neo"/>
              </a:defRPr>
            </a:lvl1pPr>
            <a:lvl2pPr algn="ctr">
              <a:defRPr sz="2100" b="1">
                <a:solidFill>
                  <a:srgbClr val="FFFFFF"/>
                </a:solidFill>
                <a:latin typeface="Apple SD Gothic Neo"/>
                <a:ea typeface="Apple SD Gothic Neo"/>
                <a:cs typeface="Apple SD Gothic Neo"/>
              </a:defRPr>
            </a:lvl2pPr>
            <a:lvl3pPr algn="ctr">
              <a:defRPr sz="2100" b="1">
                <a:solidFill>
                  <a:srgbClr val="FFFFFF"/>
                </a:solidFill>
                <a:latin typeface="Apple SD Gothic Neo"/>
                <a:ea typeface="Apple SD Gothic Neo"/>
                <a:cs typeface="Apple SD Gothic Neo"/>
              </a:defRPr>
            </a:lvl3pPr>
            <a:lvl4pPr algn="ctr">
              <a:defRPr sz="2100" b="1">
                <a:solidFill>
                  <a:srgbClr val="FFFFFF"/>
                </a:solidFill>
                <a:latin typeface="Apple SD Gothic Neo"/>
                <a:ea typeface="Apple SD Gothic Neo"/>
                <a:cs typeface="Apple SD Gothic Neo"/>
              </a:defRPr>
            </a:lvl4pPr>
            <a:lvl5pPr algn="ctr">
              <a:defRPr sz="2100" b="1">
                <a:solidFill>
                  <a:srgbClr val="FFFFFF"/>
                </a:solidFill>
                <a:latin typeface="Apple SD Gothic Neo"/>
                <a:ea typeface="Apple SD Gothic Neo"/>
                <a:cs typeface="Apple SD Gothic Neo"/>
              </a:defRPr>
            </a:lvl5pPr>
            <a:lvl6pPr algn="ctr">
              <a:defRPr sz="2100" b="1">
                <a:solidFill>
                  <a:srgbClr val="FFFFFF"/>
                </a:solidFill>
                <a:latin typeface="Apple SD Gothic Neo"/>
                <a:ea typeface="Apple SD Gothic Neo"/>
                <a:cs typeface="Apple SD Gothic Neo"/>
              </a:defRPr>
            </a:lvl6pPr>
            <a:lvl7pPr algn="ctr">
              <a:defRPr sz="2100" b="1">
                <a:solidFill>
                  <a:srgbClr val="FFFFFF"/>
                </a:solidFill>
                <a:latin typeface="Apple SD Gothic Neo"/>
                <a:ea typeface="Apple SD Gothic Neo"/>
                <a:cs typeface="Apple SD Gothic Neo"/>
              </a:defRPr>
            </a:lvl7pPr>
            <a:lvl8pPr algn="ctr">
              <a:defRPr sz="2100" b="1">
                <a:solidFill>
                  <a:srgbClr val="FFFFFF"/>
                </a:solidFill>
                <a:latin typeface="Apple SD Gothic Neo"/>
                <a:ea typeface="Apple SD Gothic Neo"/>
                <a:cs typeface="Apple SD Gothic Neo"/>
              </a:defRPr>
            </a:lvl8pPr>
            <a:lvl9pPr algn="ctr">
              <a:defRPr sz="2100" b="1">
                <a:solidFill>
                  <a:srgbClr val="FFFFFF"/>
                </a:solidFill>
                <a:latin typeface="Apple SD Gothic Neo"/>
                <a:ea typeface="Apple SD Gothic Neo"/>
                <a:cs typeface="Apple SD Gothic Neo"/>
              </a:defRPr>
            </a:lvl9pPr>
          </a:lstStyle>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PDA · Pi 4</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촬영·종류 분류</a:t>
            </a:r>
          </a:p>
          <a:p xmlns:a="http://schemas.openxmlformats.org/drawingml/2006/main">
            <a:pPr algn="ctr">
              <a:defRPr sz="2100" b="1">
                <a:solidFill>
                  <a:srgbClr val="FFFFFF"/>
                </a:solidFill>
                <a:latin typeface="Apple SD Gothic Neo"/>
                <a:ea typeface="Apple SD Gothic Neo"/>
                <a:cs typeface="Apple SD Gothic Neo"/>
              </a:defRPr>
            </a:pPr>
            <a:r>
              <a:rPr sz="2100" b="1">
                <a:solidFill>
                  <a:srgbClr val="FFFFFF"/>
                </a:solidFill>
                <a:latin typeface="Apple SD Gothic Neo"/>
                <a:ea typeface="Apple SD Gothic Neo"/>
                <a:cs typeface="Apple SD Gothic Neo"/>
              </a:rPr>
              <a:t>질문·근무일지</a:t>
            </a:r>
          </a:p>
        </p:txBody>
      </p:sp>
      <p:sp>
        <p:nvSpPr>
          <p:cNvPr id="6" name="">
            <a:extLst xmlns:a="http://schemas.openxmlformats.org/drawingml/2006/main">
              <a:ext uri="{FF2B5EF4-FFF2-40B4-BE49-F238E27FC236}">
                <a16:creationId xmlns:a16="http://schemas.microsoft.com/office/drawing/2014/main" id="{6FC426FF-B563-4D22-8A13-861C7E39A7A1}"/>
              </a:ext>
            </a:extLst>
          </p:cNvPr>
          <p:cNvSpPr>
            <a:spLocks xmlns:a="http://schemas.openxmlformats.org/drawingml/2006/main" noGrp="1"/>
          </p:cNvSpPr>
          <p:nvPr/>
        </p:nvSpPr>
        <p:spPr>
          <a:xfrm xmlns:a="http://schemas.openxmlformats.org/drawingml/2006/main">
            <a:off x="8401050" y="2190750"/>
            <a:ext cx="3181350" cy="2762250"/>
          </a:xfrm>
          <a:prstGeom xmlns:a="http://schemas.openxmlformats.org/drawingml/2006/main" prst="rect">
            <a:avLst/>
          </a:prstGeom>
          <a:solidFill xmlns:a="http://schemas.openxmlformats.org/drawingml/2006/main">
            <a:srgbClr val="14262E"/>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2175" b="1">
                <a:solidFill>
                  <a:srgbClr val="FFFFFF"/>
                </a:solidFill>
                <a:latin typeface="Apple SD Gothic Neo"/>
                <a:ea typeface="Apple SD Gothic Neo"/>
                <a:cs typeface="Apple SD Gothic Neo"/>
              </a:defRPr>
            </a:defPPr>
            <a:lvl1pPr algn="ctr">
              <a:defRPr sz="2175" b="1">
                <a:solidFill>
                  <a:srgbClr val="FFFFFF"/>
                </a:solidFill>
                <a:latin typeface="Apple SD Gothic Neo"/>
                <a:ea typeface="Apple SD Gothic Neo"/>
                <a:cs typeface="Apple SD Gothic Neo"/>
              </a:defRPr>
            </a:lvl1pPr>
            <a:lvl2pPr algn="ctr">
              <a:defRPr sz="2175" b="1">
                <a:solidFill>
                  <a:srgbClr val="FFFFFF"/>
                </a:solidFill>
                <a:latin typeface="Apple SD Gothic Neo"/>
                <a:ea typeface="Apple SD Gothic Neo"/>
                <a:cs typeface="Apple SD Gothic Neo"/>
              </a:defRPr>
            </a:lvl2pPr>
            <a:lvl3pPr algn="ctr">
              <a:defRPr sz="2175" b="1">
                <a:solidFill>
                  <a:srgbClr val="FFFFFF"/>
                </a:solidFill>
                <a:latin typeface="Apple SD Gothic Neo"/>
                <a:ea typeface="Apple SD Gothic Neo"/>
                <a:cs typeface="Apple SD Gothic Neo"/>
              </a:defRPr>
            </a:lvl3pPr>
            <a:lvl4pPr algn="ctr">
              <a:defRPr sz="2175" b="1">
                <a:solidFill>
                  <a:srgbClr val="FFFFFF"/>
                </a:solidFill>
                <a:latin typeface="Apple SD Gothic Neo"/>
                <a:ea typeface="Apple SD Gothic Neo"/>
                <a:cs typeface="Apple SD Gothic Neo"/>
              </a:defRPr>
            </a:lvl4pPr>
            <a:lvl5pPr algn="ctr">
              <a:defRPr sz="2175" b="1">
                <a:solidFill>
                  <a:srgbClr val="FFFFFF"/>
                </a:solidFill>
                <a:latin typeface="Apple SD Gothic Neo"/>
                <a:ea typeface="Apple SD Gothic Neo"/>
                <a:cs typeface="Apple SD Gothic Neo"/>
              </a:defRPr>
            </a:lvl5pPr>
            <a:lvl6pPr algn="ctr">
              <a:defRPr sz="2175" b="1">
                <a:solidFill>
                  <a:srgbClr val="FFFFFF"/>
                </a:solidFill>
                <a:latin typeface="Apple SD Gothic Neo"/>
                <a:ea typeface="Apple SD Gothic Neo"/>
                <a:cs typeface="Apple SD Gothic Neo"/>
              </a:defRPr>
            </a:lvl6pPr>
            <a:lvl7pPr algn="ctr">
              <a:defRPr sz="2175" b="1">
                <a:solidFill>
                  <a:srgbClr val="FFFFFF"/>
                </a:solidFill>
                <a:latin typeface="Apple SD Gothic Neo"/>
                <a:ea typeface="Apple SD Gothic Neo"/>
                <a:cs typeface="Apple SD Gothic Neo"/>
              </a:defRPr>
            </a:lvl7pPr>
            <a:lvl8pPr algn="ctr">
              <a:defRPr sz="2175" b="1">
                <a:solidFill>
                  <a:srgbClr val="FFFFFF"/>
                </a:solidFill>
                <a:latin typeface="Apple SD Gothic Neo"/>
                <a:ea typeface="Apple SD Gothic Neo"/>
                <a:cs typeface="Apple SD Gothic Neo"/>
              </a:defRPr>
            </a:lvl8pPr>
            <a:lvl9pPr algn="ctr">
              <a:defRPr sz="2175" b="1">
                <a:solidFill>
                  <a:srgbClr val="FFFFFF"/>
                </a:solidFill>
                <a:latin typeface="Apple SD Gothic Neo"/>
                <a:ea typeface="Apple SD Gothic Neo"/>
                <a:cs typeface="Apple SD Gothic Neo"/>
              </a:defRPr>
            </a:lvl9pPr>
          </a:lstStyle>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Jetson</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문서·카드 검색</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근거 판정</a:t>
            </a:r>
          </a:p>
          <a:p xmlns:a="http://schemas.openxmlformats.org/drawingml/2006/main">
            <a:pPr algn="ctr">
              <a:defRPr sz="2175" b="1">
                <a:solidFill>
                  <a:srgbClr val="FFFFFF"/>
                </a:solidFill>
                <a:latin typeface="Apple SD Gothic Neo"/>
                <a:ea typeface="Apple SD Gothic Neo"/>
                <a:cs typeface="Apple SD Gothic Neo"/>
              </a:defRPr>
            </a:pPr>
            <a:r>
              <a:rPr sz="2175" b="1">
                <a:solidFill>
                  <a:srgbClr val="FFFFFF"/>
                </a:solidFill>
                <a:latin typeface="Apple SD Gothic Neo"/>
                <a:ea typeface="Apple SD Gothic Neo"/>
                <a:cs typeface="Apple SD Gothic Neo"/>
              </a:rPr>
              <a:t>답변 생성</a:t>
            </a:r>
          </a:p>
        </p:txBody>
      </p:sp>
      <p:sp>
        <p:nvSpPr>
          <p:cNvPr id="7" name="">
            <a:extLst xmlns:a="http://schemas.openxmlformats.org/drawingml/2006/main">
              <a:ext uri="{FF2B5EF4-FFF2-40B4-BE49-F238E27FC236}">
                <a16:creationId xmlns:a16="http://schemas.microsoft.com/office/drawing/2014/main" id="{85F16811-C9FA-420C-AF41-F72B9F352A3E}"/>
              </a:ext>
            </a:extLst>
          </p:cNvPr>
          <p:cNvSpPr>
            <a:spLocks xmlns:a="http://schemas.openxmlformats.org/drawingml/2006/main" noGrp="1"/>
          </p:cNvSpPr>
          <p:nvPr/>
        </p:nvSpPr>
        <p:spPr>
          <a:xfrm xmlns:a="http://schemas.openxmlformats.org/drawingml/2006/main">
            <a:off x="3190875" y="2981325"/>
            <a:ext cx="981075" cy="228600"/>
          </a:xfrm>
          <a:prstGeom xmlns:a="http://schemas.openxmlformats.org/drawingml/2006/main" prst="rightArrow">
            <a:avLst/>
          </a:prstGeom>
          <a:solidFill xmlns:a="http://schemas.openxmlformats.org/drawingml/2006/main">
            <a:srgbClr val="236D6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44DC3D-A59E-4E94-AB50-FDB0BCB00905}"/>
              </a:ext>
            </a:extLst>
          </p:cNvPr>
          <p:cNvSpPr>
            <a:spLocks xmlns:a="http://schemas.openxmlformats.org/drawingml/2006/main" noGrp="1"/>
          </p:cNvSpPr>
          <p:nvPr/>
        </p:nvSpPr>
        <p:spPr>
          <a:xfrm xmlns:a="http://schemas.openxmlformats.org/drawingml/2006/main">
            <a:off x="3286125" y="26193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B6C71"/>
                </a:solidFill>
                <a:latin typeface="Apple SD Gothic Neo"/>
                <a:ea typeface="Apple SD Gothic Neo"/>
                <a:cs typeface="Apple SD Gothic Neo"/>
              </a:defRPr>
            </a:defPPr>
            <a:lvl1pPr>
              <a:defRPr sz="1650" b="0">
                <a:solidFill>
                  <a:srgbClr val="5B6C71"/>
                </a:solidFill>
                <a:latin typeface="Apple SD Gothic Neo"/>
                <a:ea typeface="Apple SD Gothic Neo"/>
                <a:cs typeface="Apple SD Gothic Neo"/>
              </a:defRPr>
            </a:lvl1pPr>
            <a:lvl2pPr>
              <a:defRPr sz="1650" b="0">
                <a:solidFill>
                  <a:srgbClr val="5B6C71"/>
                </a:solidFill>
                <a:latin typeface="Apple SD Gothic Neo"/>
                <a:ea typeface="Apple SD Gothic Neo"/>
                <a:cs typeface="Apple SD Gothic Neo"/>
              </a:defRPr>
            </a:lvl2pPr>
            <a:lvl3pPr>
              <a:defRPr sz="1650" b="0">
                <a:solidFill>
                  <a:srgbClr val="5B6C71"/>
                </a:solidFill>
                <a:latin typeface="Apple SD Gothic Neo"/>
                <a:ea typeface="Apple SD Gothic Neo"/>
                <a:cs typeface="Apple SD Gothic Neo"/>
              </a:defRPr>
            </a:lvl3pPr>
            <a:lvl4pPr>
              <a:defRPr sz="1650" b="0">
                <a:solidFill>
                  <a:srgbClr val="5B6C71"/>
                </a:solidFill>
                <a:latin typeface="Apple SD Gothic Neo"/>
                <a:ea typeface="Apple SD Gothic Neo"/>
                <a:cs typeface="Apple SD Gothic Neo"/>
              </a:defRPr>
            </a:lvl4pPr>
            <a:lvl5pPr>
              <a:defRPr sz="1650" b="0">
                <a:solidFill>
                  <a:srgbClr val="5B6C71"/>
                </a:solidFill>
                <a:latin typeface="Apple SD Gothic Neo"/>
                <a:ea typeface="Apple SD Gothic Neo"/>
                <a:cs typeface="Apple SD Gothic Neo"/>
              </a:defRPr>
            </a:lvl5pPr>
            <a:lvl6pPr>
              <a:defRPr sz="1650" b="0">
                <a:solidFill>
                  <a:srgbClr val="5B6C71"/>
                </a:solidFill>
                <a:latin typeface="Apple SD Gothic Neo"/>
                <a:ea typeface="Apple SD Gothic Neo"/>
                <a:cs typeface="Apple SD Gothic Neo"/>
              </a:defRPr>
            </a:lvl6pPr>
            <a:lvl7pPr>
              <a:defRPr sz="1650" b="0">
                <a:solidFill>
                  <a:srgbClr val="5B6C71"/>
                </a:solidFill>
                <a:latin typeface="Apple SD Gothic Neo"/>
                <a:ea typeface="Apple SD Gothic Neo"/>
                <a:cs typeface="Apple SD Gothic Neo"/>
              </a:defRPr>
            </a:lvl7pPr>
            <a:lvl8pPr>
              <a:defRPr sz="1650" b="0">
                <a:solidFill>
                  <a:srgbClr val="5B6C71"/>
                </a:solidFill>
                <a:latin typeface="Apple SD Gothic Neo"/>
                <a:ea typeface="Apple SD Gothic Neo"/>
                <a:cs typeface="Apple SD Gothic Neo"/>
              </a:defRPr>
            </a:lvl8pPr>
            <a:lvl9pPr>
              <a:defRPr sz="1650" b="0">
                <a:solidFill>
                  <a:srgbClr val="5B6C71"/>
                </a:solidFill>
                <a:latin typeface="Apple SD Gothic Neo"/>
                <a:ea typeface="Apple SD Gothic Neo"/>
                <a:cs typeface="Apple SD Gothic Neo"/>
              </a:defRPr>
            </a:lvl9pPr>
          </a:lstStyle>
          <a:p xmlns:a="http://schemas.openxmlformats.org/drawingml/2006/main">
            <a:pPr>
              <a:defRPr sz="1650" b="0">
                <a:solidFill>
                  <a:srgbClr val="5B6C71"/>
                </a:solidFill>
                <a:latin typeface="Apple SD Gothic Neo"/>
                <a:ea typeface="Apple SD Gothic Neo"/>
                <a:cs typeface="Apple SD Gothic Neo"/>
              </a:defRPr>
            </a:pPr>
            <a:r>
              <a:rPr sz="1650" b="0">
                <a:solidFill>
                  <a:srgbClr val="5B6C71"/>
                </a:solidFill>
                <a:latin typeface="Apple SD Gothic Neo"/>
                <a:ea typeface="Apple SD Gothic Neo"/>
                <a:cs typeface="Apple SD Gothic Neo"/>
              </a:rPr>
              <a:t>영상</a:t>
            </a:r>
          </a:p>
        </p:txBody>
      </p:sp>
      <p:sp>
        <p:nvSpPr>
          <p:cNvPr id="9" name="">
            <a:extLst xmlns:a="http://schemas.openxmlformats.org/drawingml/2006/main">
              <a:ext uri="{FF2B5EF4-FFF2-40B4-BE49-F238E27FC236}">
                <a16:creationId xmlns:a16="http://schemas.microsoft.com/office/drawing/2014/main" id="{19881B70-68C7-4BEF-B652-0F3785B109AB}"/>
              </a:ext>
            </a:extLst>
          </p:cNvPr>
          <p:cNvSpPr>
            <a:spLocks xmlns:a="http://schemas.openxmlformats.org/drawingml/2006/main" noGrp="1"/>
          </p:cNvSpPr>
          <p:nvPr/>
        </p:nvSpPr>
        <p:spPr>
          <a:xfrm xmlns:a="http://schemas.openxmlformats.org/drawingml/2006/main">
            <a:off x="7229475" y="2809875"/>
            <a:ext cx="952500" cy="228600"/>
          </a:xfrm>
          <a:prstGeom xmlns:a="http://schemas.openxmlformats.org/drawingml/2006/main" prst="rightArrow">
            <a:avLst/>
          </a:prstGeom>
          <a:solidFill xmlns:a="http://schemas.openxmlformats.org/drawingml/2006/main">
            <a:srgbClr val="236D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023B1E-D3EE-4EDB-A0B3-E3B5DCB85B76}"/>
              </a:ext>
            </a:extLst>
          </p:cNvPr>
          <p:cNvSpPr>
            <a:spLocks xmlns:a="http://schemas.openxmlformats.org/drawingml/2006/main" noGrp="1"/>
          </p:cNvSpPr>
          <p:nvPr/>
        </p:nvSpPr>
        <p:spPr>
          <a:xfrm xmlns:a="http://schemas.openxmlformats.org/drawingml/2006/main">
            <a:off x="7172325" y="2409825"/>
            <a:ext cx="119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6C71"/>
                </a:solidFill>
                <a:latin typeface="Apple SD Gothic Neo"/>
                <a:ea typeface="Apple SD Gothic Neo"/>
                <a:cs typeface="Apple SD Gothic Neo"/>
              </a:defRPr>
            </a:defPPr>
            <a:lvl1pPr>
              <a:defRPr sz="1575" b="0">
                <a:solidFill>
                  <a:srgbClr val="5B6C71"/>
                </a:solidFill>
                <a:latin typeface="Apple SD Gothic Neo"/>
                <a:ea typeface="Apple SD Gothic Neo"/>
                <a:cs typeface="Apple SD Gothic Neo"/>
              </a:defRPr>
            </a:lvl1pPr>
            <a:lvl2pPr>
              <a:defRPr sz="1575" b="0">
                <a:solidFill>
                  <a:srgbClr val="5B6C71"/>
                </a:solidFill>
                <a:latin typeface="Apple SD Gothic Neo"/>
                <a:ea typeface="Apple SD Gothic Neo"/>
                <a:cs typeface="Apple SD Gothic Neo"/>
              </a:defRPr>
            </a:lvl2pPr>
            <a:lvl3pPr>
              <a:defRPr sz="1575" b="0">
                <a:solidFill>
                  <a:srgbClr val="5B6C71"/>
                </a:solidFill>
                <a:latin typeface="Apple SD Gothic Neo"/>
                <a:ea typeface="Apple SD Gothic Neo"/>
                <a:cs typeface="Apple SD Gothic Neo"/>
              </a:defRPr>
            </a:lvl3pPr>
            <a:lvl4pPr>
              <a:defRPr sz="1575" b="0">
                <a:solidFill>
                  <a:srgbClr val="5B6C71"/>
                </a:solidFill>
                <a:latin typeface="Apple SD Gothic Neo"/>
                <a:ea typeface="Apple SD Gothic Neo"/>
                <a:cs typeface="Apple SD Gothic Neo"/>
              </a:defRPr>
            </a:lvl4pPr>
            <a:lvl5pPr>
              <a:defRPr sz="1575" b="0">
                <a:solidFill>
                  <a:srgbClr val="5B6C71"/>
                </a:solidFill>
                <a:latin typeface="Apple SD Gothic Neo"/>
                <a:ea typeface="Apple SD Gothic Neo"/>
                <a:cs typeface="Apple SD Gothic Neo"/>
              </a:defRPr>
            </a:lvl5pPr>
            <a:lvl6pPr>
              <a:defRPr sz="1575" b="0">
                <a:solidFill>
                  <a:srgbClr val="5B6C71"/>
                </a:solidFill>
                <a:latin typeface="Apple SD Gothic Neo"/>
                <a:ea typeface="Apple SD Gothic Neo"/>
                <a:cs typeface="Apple SD Gothic Neo"/>
              </a:defRPr>
            </a:lvl6pPr>
            <a:lvl7pPr>
              <a:defRPr sz="1575" b="0">
                <a:solidFill>
                  <a:srgbClr val="5B6C71"/>
                </a:solidFill>
                <a:latin typeface="Apple SD Gothic Neo"/>
                <a:ea typeface="Apple SD Gothic Neo"/>
                <a:cs typeface="Apple SD Gothic Neo"/>
              </a:defRPr>
            </a:lvl7pPr>
            <a:lvl8pPr>
              <a:defRPr sz="1575" b="0">
                <a:solidFill>
                  <a:srgbClr val="5B6C71"/>
                </a:solidFill>
                <a:latin typeface="Apple SD Gothic Neo"/>
                <a:ea typeface="Apple SD Gothic Neo"/>
                <a:cs typeface="Apple SD Gothic Neo"/>
              </a:defRPr>
            </a:lvl8pPr>
            <a:lvl9pPr>
              <a:defRPr sz="1575" b="0">
                <a:solidFill>
                  <a:srgbClr val="5B6C71"/>
                </a:solidFill>
                <a:latin typeface="Apple SD Gothic Neo"/>
                <a:ea typeface="Apple SD Gothic Neo"/>
                <a:cs typeface="Apple SD Gothic Neo"/>
              </a:defRPr>
            </a:lvl9pPr>
          </a:lstStyle>
          <a:p xmlns:a="http://schemas.openxmlformats.org/drawingml/2006/main">
            <a:pPr>
              <a:defRPr sz="1575" b="0">
                <a:solidFill>
                  <a:srgbClr val="5B6C71"/>
                </a:solidFill>
                <a:latin typeface="Apple SD Gothic Neo"/>
                <a:ea typeface="Apple SD Gothic Neo"/>
                <a:cs typeface="Apple SD Gothic Neo"/>
              </a:defRPr>
            </a:pPr>
            <a:r>
              <a:rPr sz="1575" b="0">
                <a:solidFill>
                  <a:srgbClr val="5B6C71"/>
                </a:solidFill>
                <a:latin typeface="Apple SD Gothic Neo"/>
                <a:ea typeface="Apple SD Gothic Neo"/>
                <a:cs typeface="Apple SD Gothic Neo"/>
              </a:rPr>
              <a:t>질문·기록</a:t>
            </a:r>
          </a:p>
        </p:txBody>
      </p:sp>
      <p:sp>
        <p:nvSpPr>
          <p:cNvPr id="11" name="">
            <a:extLst xmlns:a="http://schemas.openxmlformats.org/drawingml/2006/main">
              <a:ext uri="{FF2B5EF4-FFF2-40B4-BE49-F238E27FC236}">
                <a16:creationId xmlns:a16="http://schemas.microsoft.com/office/drawing/2014/main" id="{3CEA4EE8-790B-4289-83B0-B450FBE29CC3}"/>
              </a:ext>
            </a:extLst>
          </p:cNvPr>
          <p:cNvSpPr>
            <a:spLocks xmlns:a="http://schemas.openxmlformats.org/drawingml/2006/main" noGrp="1"/>
          </p:cNvSpPr>
          <p:nvPr/>
        </p:nvSpPr>
        <p:spPr>
          <a:xfrm xmlns:a="http://schemas.openxmlformats.org/drawingml/2006/main">
            <a:off x="7229475" y="3657600"/>
            <a:ext cx="952500" cy="228600"/>
          </a:xfrm>
          <a:prstGeom xmlns:a="http://schemas.openxmlformats.org/drawingml/2006/main" prst="leftArrow">
            <a:avLst/>
          </a:prstGeom>
          <a:solidFill xmlns:a="http://schemas.openxmlformats.org/drawingml/2006/main">
            <a:srgbClr val="236D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642953-F666-4A84-849F-D13D66C913AA}"/>
              </a:ext>
            </a:extLst>
          </p:cNvPr>
          <p:cNvSpPr>
            <a:spLocks xmlns:a="http://schemas.openxmlformats.org/drawingml/2006/main" noGrp="1"/>
          </p:cNvSpPr>
          <p:nvPr/>
        </p:nvSpPr>
        <p:spPr>
          <a:xfrm xmlns:a="http://schemas.openxmlformats.org/drawingml/2006/main">
            <a:off x="7410450" y="4000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B6C71"/>
                </a:solidFill>
                <a:latin typeface="Apple SD Gothic Neo"/>
                <a:ea typeface="Apple SD Gothic Neo"/>
                <a:cs typeface="Apple SD Gothic Neo"/>
              </a:defRPr>
            </a:defPPr>
            <a:lvl1pPr>
              <a:defRPr sz="1575" b="0">
                <a:solidFill>
                  <a:srgbClr val="5B6C71"/>
                </a:solidFill>
                <a:latin typeface="Apple SD Gothic Neo"/>
                <a:ea typeface="Apple SD Gothic Neo"/>
                <a:cs typeface="Apple SD Gothic Neo"/>
              </a:defRPr>
            </a:lvl1pPr>
            <a:lvl2pPr>
              <a:defRPr sz="1575" b="0">
                <a:solidFill>
                  <a:srgbClr val="5B6C71"/>
                </a:solidFill>
                <a:latin typeface="Apple SD Gothic Neo"/>
                <a:ea typeface="Apple SD Gothic Neo"/>
                <a:cs typeface="Apple SD Gothic Neo"/>
              </a:defRPr>
            </a:lvl2pPr>
            <a:lvl3pPr>
              <a:defRPr sz="1575" b="0">
                <a:solidFill>
                  <a:srgbClr val="5B6C71"/>
                </a:solidFill>
                <a:latin typeface="Apple SD Gothic Neo"/>
                <a:ea typeface="Apple SD Gothic Neo"/>
                <a:cs typeface="Apple SD Gothic Neo"/>
              </a:defRPr>
            </a:lvl3pPr>
            <a:lvl4pPr>
              <a:defRPr sz="1575" b="0">
                <a:solidFill>
                  <a:srgbClr val="5B6C71"/>
                </a:solidFill>
                <a:latin typeface="Apple SD Gothic Neo"/>
                <a:ea typeface="Apple SD Gothic Neo"/>
                <a:cs typeface="Apple SD Gothic Neo"/>
              </a:defRPr>
            </a:lvl4pPr>
            <a:lvl5pPr>
              <a:defRPr sz="1575" b="0">
                <a:solidFill>
                  <a:srgbClr val="5B6C71"/>
                </a:solidFill>
                <a:latin typeface="Apple SD Gothic Neo"/>
                <a:ea typeface="Apple SD Gothic Neo"/>
                <a:cs typeface="Apple SD Gothic Neo"/>
              </a:defRPr>
            </a:lvl5pPr>
            <a:lvl6pPr>
              <a:defRPr sz="1575" b="0">
                <a:solidFill>
                  <a:srgbClr val="5B6C71"/>
                </a:solidFill>
                <a:latin typeface="Apple SD Gothic Neo"/>
                <a:ea typeface="Apple SD Gothic Neo"/>
                <a:cs typeface="Apple SD Gothic Neo"/>
              </a:defRPr>
            </a:lvl6pPr>
            <a:lvl7pPr>
              <a:defRPr sz="1575" b="0">
                <a:solidFill>
                  <a:srgbClr val="5B6C71"/>
                </a:solidFill>
                <a:latin typeface="Apple SD Gothic Neo"/>
                <a:ea typeface="Apple SD Gothic Neo"/>
                <a:cs typeface="Apple SD Gothic Neo"/>
              </a:defRPr>
            </a:lvl7pPr>
            <a:lvl8pPr>
              <a:defRPr sz="1575" b="0">
                <a:solidFill>
                  <a:srgbClr val="5B6C71"/>
                </a:solidFill>
                <a:latin typeface="Apple SD Gothic Neo"/>
                <a:ea typeface="Apple SD Gothic Neo"/>
                <a:cs typeface="Apple SD Gothic Neo"/>
              </a:defRPr>
            </a:lvl8pPr>
            <a:lvl9pPr>
              <a:defRPr sz="1575" b="0">
                <a:solidFill>
                  <a:srgbClr val="5B6C71"/>
                </a:solidFill>
                <a:latin typeface="Apple SD Gothic Neo"/>
                <a:ea typeface="Apple SD Gothic Neo"/>
                <a:cs typeface="Apple SD Gothic Neo"/>
              </a:defRPr>
            </a:lvl9pPr>
          </a:lstStyle>
          <a:p xmlns:a="http://schemas.openxmlformats.org/drawingml/2006/main">
            <a:pPr>
              <a:defRPr sz="1575" b="0">
                <a:solidFill>
                  <a:srgbClr val="5B6C71"/>
                </a:solidFill>
                <a:latin typeface="Apple SD Gothic Neo"/>
                <a:ea typeface="Apple SD Gothic Neo"/>
                <a:cs typeface="Apple SD Gothic Neo"/>
              </a:defRPr>
            </a:pPr>
            <a:r>
              <a:rPr sz="1575" b="0">
                <a:solidFill>
                  <a:srgbClr val="5B6C71"/>
                </a:solidFill>
                <a:latin typeface="Apple SD Gothic Neo"/>
                <a:ea typeface="Apple SD Gothic Neo"/>
                <a:cs typeface="Apple SD Gothic Neo"/>
              </a:rPr>
              <a:t>답변</a:t>
            </a:r>
          </a:p>
        </p:txBody>
      </p:sp>
      <p:sp>
        <p:nvSpPr>
          <p:cNvPr id="13" name="">
            <a:extLst xmlns:a="http://schemas.openxmlformats.org/drawingml/2006/main">
              <a:ext uri="{FF2B5EF4-FFF2-40B4-BE49-F238E27FC236}">
                <a16:creationId xmlns:a16="http://schemas.microsoft.com/office/drawing/2014/main" id="{C6834BAC-C2A5-4F3C-ACCD-D8377AEEC31D}"/>
              </a:ext>
            </a:extLst>
          </p:cNvPr>
          <p:cNvSpPr>
            <a:spLocks xmlns:a="http://schemas.openxmlformats.org/drawingml/2006/main" noGrp="1"/>
          </p:cNvSpPr>
          <p:nvPr/>
        </p:nvSpPr>
        <p:spPr>
          <a:xfrm xmlns:a="http://schemas.openxmlformats.org/drawingml/2006/main">
            <a:off x="609600" y="4695825"/>
            <a:ext cx="6419850" cy="1381125"/>
          </a:xfrm>
          <a:prstGeom xmlns:a="http://schemas.openxmlformats.org/drawingml/2006/main" prst="rect">
            <a:avLst/>
          </a:prstGeom>
          <a:solidFill xmlns:a="http://schemas.openxmlformats.org/drawingml/2006/main">
            <a:srgbClr val="E5EDEA"/>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950" b="1">
                <a:solidFill>
                  <a:srgbClr val="182C34"/>
                </a:solidFill>
                <a:latin typeface="Apple SD Gothic Neo"/>
                <a:ea typeface="Apple SD Gothic Neo"/>
                <a:cs typeface="Apple SD Gothic Neo"/>
              </a:defRPr>
            </a:defPPr>
            <a:lvl1pPr algn="ctr">
              <a:defRPr sz="1950" b="1">
                <a:solidFill>
                  <a:srgbClr val="182C34"/>
                </a:solidFill>
                <a:latin typeface="Apple SD Gothic Neo"/>
                <a:ea typeface="Apple SD Gothic Neo"/>
                <a:cs typeface="Apple SD Gothic Neo"/>
              </a:defRPr>
            </a:lvl1pPr>
            <a:lvl2pPr algn="ctr">
              <a:defRPr sz="1950" b="1">
                <a:solidFill>
                  <a:srgbClr val="182C34"/>
                </a:solidFill>
                <a:latin typeface="Apple SD Gothic Neo"/>
                <a:ea typeface="Apple SD Gothic Neo"/>
                <a:cs typeface="Apple SD Gothic Neo"/>
              </a:defRPr>
            </a:lvl2pPr>
            <a:lvl3pPr algn="ctr">
              <a:defRPr sz="1950" b="1">
                <a:solidFill>
                  <a:srgbClr val="182C34"/>
                </a:solidFill>
                <a:latin typeface="Apple SD Gothic Neo"/>
                <a:ea typeface="Apple SD Gothic Neo"/>
                <a:cs typeface="Apple SD Gothic Neo"/>
              </a:defRPr>
            </a:lvl3pPr>
            <a:lvl4pPr algn="ctr">
              <a:defRPr sz="1950" b="1">
                <a:solidFill>
                  <a:srgbClr val="182C34"/>
                </a:solidFill>
                <a:latin typeface="Apple SD Gothic Neo"/>
                <a:ea typeface="Apple SD Gothic Neo"/>
                <a:cs typeface="Apple SD Gothic Neo"/>
              </a:defRPr>
            </a:lvl4pPr>
            <a:lvl5pPr algn="ctr">
              <a:defRPr sz="1950" b="1">
                <a:solidFill>
                  <a:srgbClr val="182C34"/>
                </a:solidFill>
                <a:latin typeface="Apple SD Gothic Neo"/>
                <a:ea typeface="Apple SD Gothic Neo"/>
                <a:cs typeface="Apple SD Gothic Neo"/>
              </a:defRPr>
            </a:lvl5pPr>
            <a:lvl6pPr algn="ctr">
              <a:defRPr sz="1950" b="1">
                <a:solidFill>
                  <a:srgbClr val="182C34"/>
                </a:solidFill>
                <a:latin typeface="Apple SD Gothic Neo"/>
                <a:ea typeface="Apple SD Gothic Neo"/>
                <a:cs typeface="Apple SD Gothic Neo"/>
              </a:defRPr>
            </a:lvl6pPr>
            <a:lvl7pPr algn="ctr">
              <a:defRPr sz="1950" b="1">
                <a:solidFill>
                  <a:srgbClr val="182C34"/>
                </a:solidFill>
                <a:latin typeface="Apple SD Gothic Neo"/>
                <a:ea typeface="Apple SD Gothic Neo"/>
                <a:cs typeface="Apple SD Gothic Neo"/>
              </a:defRPr>
            </a:lvl7pPr>
            <a:lvl8pPr algn="ctr">
              <a:defRPr sz="1950" b="1">
                <a:solidFill>
                  <a:srgbClr val="182C34"/>
                </a:solidFill>
                <a:latin typeface="Apple SD Gothic Neo"/>
                <a:ea typeface="Apple SD Gothic Neo"/>
                <a:cs typeface="Apple SD Gothic Neo"/>
              </a:defRPr>
            </a:lvl8pPr>
            <a:lvl9pPr algn="ctr">
              <a:defRPr sz="1950" b="1">
                <a:solidFill>
                  <a:srgbClr val="182C34"/>
                </a:solidFill>
                <a:latin typeface="Apple SD Gothic Neo"/>
                <a:ea typeface="Apple SD Gothic Neo"/>
                <a:cs typeface="Apple SD Gothic Neo"/>
              </a:defRPr>
            </a:lvl9pPr>
          </a:lstStyle>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모의 MES 센서값</a:t>
            </a:r>
          </a:p>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상태 표시·기록 근거</a:t>
            </a:r>
          </a:p>
          <a:p xmlns:a="http://schemas.openxmlformats.org/drawingml/2006/main">
            <a:pPr algn="ct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답변 입력과 분리</a:t>
            </a:r>
          </a:p>
        </p:txBody>
      </p:sp>
      <p:sp>
        <p:nvSpPr>
          <p:cNvPr id="15" name="">
            <a:extLst xmlns:a="http://schemas.openxmlformats.org/drawingml/2006/main">
              <a:ext uri="{FF2B5EF4-FFF2-40B4-BE49-F238E27FC236}">
                <a16:creationId xmlns:a16="http://schemas.microsoft.com/office/drawing/2014/main" id="{D658FA99-2145-4202-A3FF-C3B9F3CA6E2A}"/>
              </a:ext>
            </a:extLst>
          </p:cNvPr>
          <p:cNvSpPr>
            <a:spLocks xmlns:a="http://schemas.openxmlformats.org/drawingml/2006/main" noGrp="1"/>
          </p:cNvSpPr>
          <p:nvPr/>
        </p:nvSpPr>
        <p:spPr>
          <a:xfrm xmlns:a="http://schemas.openxmlformats.org/drawingml/2006/main">
            <a:off x="8401050" y="5457825"/>
            <a:ext cx="3181350" cy="762000"/>
          </a:xfrm>
          <a:prstGeom xmlns:a="http://schemas.openxmlformats.org/drawingml/2006/main" prst="rect">
            <a:avLst/>
          </a:prstGeom>
          <a:solidFill xmlns:a="http://schemas.openxmlformats.org/drawingml/2006/main">
            <a:srgbClr val="E5EDEA"/>
          </a:solidFill>
          <a:ln xmlns:a="http://schemas.openxmlformats.org/drawingml/2006/main" w="0">
            <a:noFill/>
          </a:ln>
        </p:spPr>
        <p:txBody>
          <a:bodyPr xmlns:a="http://schemas.openxmlformats.org/drawingml/2006/main" lIns="114300" tIns="114300" rIns="114300" bIns="114300" anchor="ctr"/>
          <a:lstStyle xmlns:a="http://schemas.openxmlformats.org/drawingml/2006/main">
            <a:defPPr algn="ctr">
              <a:defRPr sz="1875" b="1">
                <a:solidFill>
                  <a:srgbClr val="182C34"/>
                </a:solidFill>
                <a:latin typeface="Apple SD Gothic Neo"/>
                <a:ea typeface="Apple SD Gothic Neo"/>
                <a:cs typeface="Apple SD Gothic Neo"/>
              </a:defRPr>
            </a:defPPr>
            <a:lvl1pPr algn="ctr">
              <a:defRPr sz="1875" b="1">
                <a:solidFill>
                  <a:srgbClr val="182C34"/>
                </a:solidFill>
                <a:latin typeface="Apple SD Gothic Neo"/>
                <a:ea typeface="Apple SD Gothic Neo"/>
                <a:cs typeface="Apple SD Gothic Neo"/>
              </a:defRPr>
            </a:lvl1pPr>
            <a:lvl2pPr algn="ctr">
              <a:defRPr sz="1875" b="1">
                <a:solidFill>
                  <a:srgbClr val="182C34"/>
                </a:solidFill>
                <a:latin typeface="Apple SD Gothic Neo"/>
                <a:ea typeface="Apple SD Gothic Neo"/>
                <a:cs typeface="Apple SD Gothic Neo"/>
              </a:defRPr>
            </a:lvl2pPr>
            <a:lvl3pPr algn="ctr">
              <a:defRPr sz="1875" b="1">
                <a:solidFill>
                  <a:srgbClr val="182C34"/>
                </a:solidFill>
                <a:latin typeface="Apple SD Gothic Neo"/>
                <a:ea typeface="Apple SD Gothic Neo"/>
                <a:cs typeface="Apple SD Gothic Neo"/>
              </a:defRPr>
            </a:lvl3pPr>
            <a:lvl4pPr algn="ctr">
              <a:defRPr sz="1875" b="1">
                <a:solidFill>
                  <a:srgbClr val="182C34"/>
                </a:solidFill>
                <a:latin typeface="Apple SD Gothic Neo"/>
                <a:ea typeface="Apple SD Gothic Neo"/>
                <a:cs typeface="Apple SD Gothic Neo"/>
              </a:defRPr>
            </a:lvl4pPr>
            <a:lvl5pPr algn="ctr">
              <a:defRPr sz="1875" b="1">
                <a:solidFill>
                  <a:srgbClr val="182C34"/>
                </a:solidFill>
                <a:latin typeface="Apple SD Gothic Neo"/>
                <a:ea typeface="Apple SD Gothic Neo"/>
                <a:cs typeface="Apple SD Gothic Neo"/>
              </a:defRPr>
            </a:lvl5pPr>
            <a:lvl6pPr algn="ctr">
              <a:defRPr sz="1875" b="1">
                <a:solidFill>
                  <a:srgbClr val="182C34"/>
                </a:solidFill>
                <a:latin typeface="Apple SD Gothic Neo"/>
                <a:ea typeface="Apple SD Gothic Neo"/>
                <a:cs typeface="Apple SD Gothic Neo"/>
              </a:defRPr>
            </a:lvl6pPr>
            <a:lvl7pPr algn="ctr">
              <a:defRPr sz="1875" b="1">
                <a:solidFill>
                  <a:srgbClr val="182C34"/>
                </a:solidFill>
                <a:latin typeface="Apple SD Gothic Neo"/>
                <a:ea typeface="Apple SD Gothic Neo"/>
                <a:cs typeface="Apple SD Gothic Neo"/>
              </a:defRPr>
            </a:lvl7pPr>
            <a:lvl8pPr algn="ctr">
              <a:defRPr sz="1875" b="1">
                <a:solidFill>
                  <a:srgbClr val="182C34"/>
                </a:solidFill>
                <a:latin typeface="Apple SD Gothic Neo"/>
                <a:ea typeface="Apple SD Gothic Neo"/>
                <a:cs typeface="Apple SD Gothic Neo"/>
              </a:defRPr>
            </a:lvl8pPr>
            <a:lvl9pPr algn="ctr">
              <a:defRPr sz="1875" b="1">
                <a:solidFill>
                  <a:srgbClr val="182C34"/>
                </a:solidFill>
                <a:latin typeface="Apple SD Gothic Neo"/>
                <a:ea typeface="Apple SD Gothic Neo"/>
                <a:cs typeface="Apple SD Gothic Neo"/>
              </a:defRPr>
            </a:lvl9pPr>
          </a:lstStyle>
          <a:p xmlns:a="http://schemas.openxmlformats.org/drawingml/2006/main">
            <a:pPr algn="ct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Aiven 클라우드</a:t>
            </a:r>
          </a:p>
          <a:p xmlns:a="http://schemas.openxmlformats.org/drawingml/2006/main">
            <a:pPr algn="ct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기록 동기화</a:t>
            </a:r>
          </a:p>
        </p:txBody>
      </p:sp>
      <p:cxnSp>
        <p:nvCxnSpPr>
          <p:cNvPr id="16" name="">
            <a:extLst xmlns:a="http://schemas.openxmlformats.org/drawingml/2006/main">
              <a:ext uri="{FF2B5EF4-FFF2-40B4-BE49-F238E27FC236}">
                <a16:creationId xmlns:a16="http://schemas.microsoft.com/office/drawing/2014/main" id="{599071E4-F8E8-47E4-BC7D-101678A27A16}"/>
              </a:ext>
            </a:extLst>
          </p:cNvPr>
          <p:cNvCxnSpPr/>
          <p:nvPr/>
        </p:nvCxnSpPr>
        <p:spPr>
          <a:xfrm xmlns:a="http://schemas.openxmlformats.org/drawingml/2006/main">
            <a:off x="9991725" y="4981575"/>
            <a:ext cx="0" cy="419100"/>
          </a:xfrm>
          <a:prstGeom xmlns:a="http://schemas.openxmlformats.org/drawingml/2006/main" prst="straightConnector1">
            <a:avLst/>
          </a:prstGeom>
          <a:ln xmlns:a="http://schemas.openxmlformats.org/drawingml/2006/main" w="19050">
            <a:solidFill>
              <a:srgbClr val="236D68"/>
            </a:solidFill>
            <a:tailEnd type="triangle" w="med" len="med"/>
          </a:ln>
        </p:spPr>
      </p:cxnSp>
    </p:spTree>
    <p:extLst>
      <p:ext uri="{BB962C8B-B14F-4D97-AF65-F5344CB8AC3E}">
        <p14:creationId xmlns:p14="http://schemas.microsoft.com/office/powerpoint/2010/main" val="805391646"/>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30FC80-B177-4D26-B1BB-A18BCA6B298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프로젝트 개요</a:t>
            </a:r>
          </a:p>
        </p:txBody>
      </p:sp>
      <p:sp>
        <p:nvSpPr>
          <p:cNvPr id="2" name="">
            <a:extLst xmlns:a="http://schemas.openxmlformats.org/drawingml/2006/main">
              <a:ext uri="{FF2B5EF4-FFF2-40B4-BE49-F238E27FC236}">
                <a16:creationId xmlns:a16="http://schemas.microsoft.com/office/drawing/2014/main" id="{FA9E161E-3942-46DB-90AA-A56186797E8F}"/>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모델을 선택한 이유</a:t>
            </a:r>
          </a:p>
        </p:txBody>
      </p:sp>
      <p:sp>
        <p:nvSpPr>
          <p:cNvPr id="3" name="">
            <a:extLst xmlns:a="http://schemas.openxmlformats.org/drawingml/2006/main">
              <a:ext uri="{FF2B5EF4-FFF2-40B4-BE49-F238E27FC236}">
                <a16:creationId xmlns:a16="http://schemas.microsoft.com/office/drawing/2014/main" id="{2970A6FD-7A16-4746-B379-BF601C1B43C1}"/>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10</a:t>
            </a:r>
          </a:p>
        </p:txBody>
      </p:sp>
      <p:sp>
        <p:nvSpPr>
          <p:cNvPr id="4" name="">
            <a:extLst xmlns:a="http://schemas.openxmlformats.org/drawingml/2006/main">
              <a:ext uri="{FF2B5EF4-FFF2-40B4-BE49-F238E27FC236}">
                <a16:creationId xmlns:a16="http://schemas.microsoft.com/office/drawing/2014/main" id="{B39D354A-1AED-4690-B0D7-9E2F9A0BE0F9}"/>
              </a:ext>
            </a:extLst>
          </p:cNvPr>
          <p:cNvSpPr>
            <a:spLocks xmlns:a="http://schemas.openxmlformats.org/drawingml/2006/main" noGrp="1"/>
          </p:cNvSpPr>
          <p:nvPr/>
        </p:nvSpPr>
        <p:spPr>
          <a:xfrm xmlns:a="http://schemas.openxmlformats.org/drawingml/2006/main">
            <a:off x="628650" y="2476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36D68"/>
                </a:solidFill>
                <a:latin typeface="Apple SD Gothic Neo"/>
                <a:ea typeface="Apple SD Gothic Neo"/>
                <a:cs typeface="Apple SD Gothic Neo"/>
              </a:defRPr>
            </a:defPPr>
            <a:lvl1pPr>
              <a:defRPr sz="2775" b="1">
                <a:solidFill>
                  <a:srgbClr val="236D68"/>
                </a:solidFill>
                <a:latin typeface="Apple SD Gothic Neo"/>
                <a:ea typeface="Apple SD Gothic Neo"/>
                <a:cs typeface="Apple SD Gothic Neo"/>
              </a:defRPr>
            </a:lvl1pPr>
            <a:lvl2pPr>
              <a:defRPr sz="2775" b="1">
                <a:solidFill>
                  <a:srgbClr val="236D68"/>
                </a:solidFill>
                <a:latin typeface="Apple SD Gothic Neo"/>
                <a:ea typeface="Apple SD Gothic Neo"/>
                <a:cs typeface="Apple SD Gothic Neo"/>
              </a:defRPr>
            </a:lvl2pPr>
            <a:lvl3pPr>
              <a:defRPr sz="2775" b="1">
                <a:solidFill>
                  <a:srgbClr val="236D68"/>
                </a:solidFill>
                <a:latin typeface="Apple SD Gothic Neo"/>
                <a:ea typeface="Apple SD Gothic Neo"/>
                <a:cs typeface="Apple SD Gothic Neo"/>
              </a:defRPr>
            </a:lvl3pPr>
            <a:lvl4pPr>
              <a:defRPr sz="2775" b="1">
                <a:solidFill>
                  <a:srgbClr val="236D68"/>
                </a:solidFill>
                <a:latin typeface="Apple SD Gothic Neo"/>
                <a:ea typeface="Apple SD Gothic Neo"/>
                <a:cs typeface="Apple SD Gothic Neo"/>
              </a:defRPr>
            </a:lvl4pPr>
            <a:lvl5pPr>
              <a:defRPr sz="2775" b="1">
                <a:solidFill>
                  <a:srgbClr val="236D68"/>
                </a:solidFill>
                <a:latin typeface="Apple SD Gothic Neo"/>
                <a:ea typeface="Apple SD Gothic Neo"/>
                <a:cs typeface="Apple SD Gothic Neo"/>
              </a:defRPr>
            </a:lvl5pPr>
            <a:lvl6pPr>
              <a:defRPr sz="2775" b="1">
                <a:solidFill>
                  <a:srgbClr val="236D68"/>
                </a:solidFill>
                <a:latin typeface="Apple SD Gothic Neo"/>
                <a:ea typeface="Apple SD Gothic Neo"/>
                <a:cs typeface="Apple SD Gothic Neo"/>
              </a:defRPr>
            </a:lvl6pPr>
            <a:lvl7pPr>
              <a:defRPr sz="2775" b="1">
                <a:solidFill>
                  <a:srgbClr val="236D68"/>
                </a:solidFill>
                <a:latin typeface="Apple SD Gothic Neo"/>
                <a:ea typeface="Apple SD Gothic Neo"/>
                <a:cs typeface="Apple SD Gothic Neo"/>
              </a:defRPr>
            </a:lvl7pPr>
            <a:lvl8pPr>
              <a:defRPr sz="2775" b="1">
                <a:solidFill>
                  <a:srgbClr val="236D68"/>
                </a:solidFill>
                <a:latin typeface="Apple SD Gothic Neo"/>
                <a:ea typeface="Apple SD Gothic Neo"/>
                <a:cs typeface="Apple SD Gothic Neo"/>
              </a:defRPr>
            </a:lvl8pPr>
            <a:lvl9pPr>
              <a:defRPr sz="2775" b="1">
                <a:solidFill>
                  <a:srgbClr val="236D68"/>
                </a:solidFill>
                <a:latin typeface="Apple SD Gothic Neo"/>
                <a:ea typeface="Apple SD Gothic Neo"/>
                <a:cs typeface="Apple SD Gothic Neo"/>
              </a:defRPr>
            </a:lvl9pPr>
          </a:lstStyle>
          <a:p xmlns:a="http://schemas.openxmlformats.org/drawingml/2006/main">
            <a:pPr>
              <a:defRPr sz="2775" b="1">
                <a:solidFill>
                  <a:srgbClr val="236D68"/>
                </a:solidFill>
                <a:latin typeface="Apple SD Gothic Neo"/>
                <a:ea typeface="Apple SD Gothic Neo"/>
                <a:cs typeface="Apple SD Gothic Neo"/>
              </a:defRPr>
            </a:pPr>
            <a:r>
              <a:rPr sz="2775" b="1">
                <a:solidFill>
                  <a:srgbClr val="236D68"/>
                </a:solidFill>
                <a:latin typeface="Apple SD Gothic Neo"/>
                <a:ea typeface="Apple SD Gothic Neo"/>
                <a:cs typeface="Apple SD Gothic Neo"/>
              </a:rPr>
              <a:t>사진 분류</a:t>
            </a:r>
          </a:p>
        </p:txBody>
      </p:sp>
      <p:sp>
        <p:nvSpPr>
          <p:cNvPr id="5" name="">
            <a:extLst xmlns:a="http://schemas.openxmlformats.org/drawingml/2006/main">
              <a:ext uri="{FF2B5EF4-FFF2-40B4-BE49-F238E27FC236}">
                <a16:creationId xmlns:a16="http://schemas.microsoft.com/office/drawing/2014/main" id="{40553AC8-B856-48B0-A4C9-A5A3B0501D02}"/>
              </a:ext>
            </a:extLst>
          </p:cNvPr>
          <p:cNvSpPr>
            <a:spLocks xmlns:a="http://schemas.openxmlformats.org/drawingml/2006/main" noGrp="1"/>
          </p:cNvSpPr>
          <p:nvPr/>
        </p:nvSpPr>
        <p:spPr>
          <a:xfrm xmlns:a="http://schemas.openxmlformats.org/drawingml/2006/main">
            <a:off x="628650" y="32385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Pi에서 실행 가능한</a:t>
            </a:r>
          </a:p>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MobileNetV3-Small</a:t>
            </a:r>
          </a:p>
        </p:txBody>
      </p:sp>
      <p:sp>
        <p:nvSpPr>
          <p:cNvPr id="6" name="">
            <a:extLst xmlns:a="http://schemas.openxmlformats.org/drawingml/2006/main">
              <a:ext uri="{FF2B5EF4-FFF2-40B4-BE49-F238E27FC236}">
                <a16:creationId xmlns:a16="http://schemas.microsoft.com/office/drawing/2014/main" id="{5B9F90E7-5299-4BC2-BD19-09EE9B643676}"/>
              </a:ext>
            </a:extLst>
          </p:cNvPr>
          <p:cNvSpPr>
            <a:spLocks xmlns:a="http://schemas.openxmlformats.org/drawingml/2006/main" noGrp="1"/>
          </p:cNvSpPr>
          <p:nvPr/>
        </p:nvSpPr>
        <p:spPr>
          <a:xfrm xmlns:a="http://schemas.openxmlformats.org/drawingml/2006/main">
            <a:off x="628650" y="477202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B6C71"/>
                </a:solidFill>
                <a:latin typeface="Apple SD Gothic Neo"/>
                <a:ea typeface="Apple SD Gothic Neo"/>
                <a:cs typeface="Apple SD Gothic Neo"/>
              </a:defRPr>
            </a:defPPr>
            <a:lvl1pPr>
              <a:defRPr sz="1950" b="0">
                <a:solidFill>
                  <a:srgbClr val="5B6C71"/>
                </a:solidFill>
                <a:latin typeface="Apple SD Gothic Neo"/>
                <a:ea typeface="Apple SD Gothic Neo"/>
                <a:cs typeface="Apple SD Gothic Neo"/>
              </a:defRPr>
            </a:lvl1pPr>
            <a:lvl2pPr>
              <a:defRPr sz="1950" b="0">
                <a:solidFill>
                  <a:srgbClr val="5B6C71"/>
                </a:solidFill>
                <a:latin typeface="Apple SD Gothic Neo"/>
                <a:ea typeface="Apple SD Gothic Neo"/>
                <a:cs typeface="Apple SD Gothic Neo"/>
              </a:defRPr>
            </a:lvl2pPr>
            <a:lvl3pPr>
              <a:defRPr sz="1950" b="0">
                <a:solidFill>
                  <a:srgbClr val="5B6C71"/>
                </a:solidFill>
                <a:latin typeface="Apple SD Gothic Neo"/>
                <a:ea typeface="Apple SD Gothic Neo"/>
                <a:cs typeface="Apple SD Gothic Neo"/>
              </a:defRPr>
            </a:lvl3pPr>
            <a:lvl4pPr>
              <a:defRPr sz="1950" b="0">
                <a:solidFill>
                  <a:srgbClr val="5B6C71"/>
                </a:solidFill>
                <a:latin typeface="Apple SD Gothic Neo"/>
                <a:ea typeface="Apple SD Gothic Neo"/>
                <a:cs typeface="Apple SD Gothic Neo"/>
              </a:defRPr>
            </a:lvl4pPr>
            <a:lvl5pPr>
              <a:defRPr sz="1950" b="0">
                <a:solidFill>
                  <a:srgbClr val="5B6C71"/>
                </a:solidFill>
                <a:latin typeface="Apple SD Gothic Neo"/>
                <a:ea typeface="Apple SD Gothic Neo"/>
                <a:cs typeface="Apple SD Gothic Neo"/>
              </a:defRPr>
            </a:lvl5pPr>
            <a:lvl6pPr>
              <a:defRPr sz="1950" b="0">
                <a:solidFill>
                  <a:srgbClr val="5B6C71"/>
                </a:solidFill>
                <a:latin typeface="Apple SD Gothic Neo"/>
                <a:ea typeface="Apple SD Gothic Neo"/>
                <a:cs typeface="Apple SD Gothic Neo"/>
              </a:defRPr>
            </a:lvl6pPr>
            <a:lvl7pPr>
              <a:defRPr sz="1950" b="0">
                <a:solidFill>
                  <a:srgbClr val="5B6C71"/>
                </a:solidFill>
                <a:latin typeface="Apple SD Gothic Neo"/>
                <a:ea typeface="Apple SD Gothic Neo"/>
                <a:cs typeface="Apple SD Gothic Neo"/>
              </a:defRPr>
            </a:lvl7pPr>
            <a:lvl8pPr>
              <a:defRPr sz="1950" b="0">
                <a:solidFill>
                  <a:srgbClr val="5B6C71"/>
                </a:solidFill>
                <a:latin typeface="Apple SD Gothic Neo"/>
                <a:ea typeface="Apple SD Gothic Neo"/>
                <a:cs typeface="Apple SD Gothic Neo"/>
              </a:defRPr>
            </a:lvl8pPr>
            <a:lvl9pPr>
              <a:defRPr sz="1950" b="0">
                <a:solidFill>
                  <a:srgbClr val="5B6C71"/>
                </a:solidFill>
                <a:latin typeface="Apple SD Gothic Neo"/>
                <a:ea typeface="Apple SD Gothic Neo"/>
                <a:cs typeface="Apple SD Gothic Neo"/>
              </a:defRPr>
            </a:lvl9pPr>
          </a:lstStyle>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INT8 정확도 저하로 FP32 유지</a:t>
            </a:r>
          </a:p>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Pi CPU 추론 41~63ms¹</a:t>
            </a:r>
          </a:p>
        </p:txBody>
      </p:sp>
      <p:sp>
        <p:nvSpPr>
          <p:cNvPr id="7" name="">
            <a:extLst xmlns:a="http://schemas.openxmlformats.org/drawingml/2006/main">
              <a:ext uri="{FF2B5EF4-FFF2-40B4-BE49-F238E27FC236}">
                <a16:creationId xmlns:a16="http://schemas.microsoft.com/office/drawing/2014/main" id="{ED702E8A-DE62-4D34-A0B2-C79D5BCA1309}"/>
              </a:ext>
            </a:extLst>
          </p:cNvPr>
          <p:cNvSpPr>
            <a:spLocks xmlns:a="http://schemas.openxmlformats.org/drawingml/2006/main" noGrp="1"/>
          </p:cNvSpPr>
          <p:nvPr/>
        </p:nvSpPr>
        <p:spPr>
          <a:xfrm xmlns:a="http://schemas.openxmlformats.org/drawingml/2006/main">
            <a:off x="6819900" y="2476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CB4A29"/>
                </a:solidFill>
                <a:latin typeface="Apple SD Gothic Neo"/>
                <a:ea typeface="Apple SD Gothic Neo"/>
                <a:cs typeface="Apple SD Gothic Neo"/>
              </a:defRPr>
            </a:defPPr>
            <a:lvl1pPr>
              <a:defRPr sz="2775" b="1">
                <a:solidFill>
                  <a:srgbClr val="CB4A29"/>
                </a:solidFill>
                <a:latin typeface="Apple SD Gothic Neo"/>
                <a:ea typeface="Apple SD Gothic Neo"/>
                <a:cs typeface="Apple SD Gothic Neo"/>
              </a:defRPr>
            </a:lvl1pPr>
            <a:lvl2pPr>
              <a:defRPr sz="2775" b="1">
                <a:solidFill>
                  <a:srgbClr val="CB4A29"/>
                </a:solidFill>
                <a:latin typeface="Apple SD Gothic Neo"/>
                <a:ea typeface="Apple SD Gothic Neo"/>
                <a:cs typeface="Apple SD Gothic Neo"/>
              </a:defRPr>
            </a:lvl2pPr>
            <a:lvl3pPr>
              <a:defRPr sz="2775" b="1">
                <a:solidFill>
                  <a:srgbClr val="CB4A29"/>
                </a:solidFill>
                <a:latin typeface="Apple SD Gothic Neo"/>
                <a:ea typeface="Apple SD Gothic Neo"/>
                <a:cs typeface="Apple SD Gothic Neo"/>
              </a:defRPr>
            </a:lvl3pPr>
            <a:lvl4pPr>
              <a:defRPr sz="2775" b="1">
                <a:solidFill>
                  <a:srgbClr val="CB4A29"/>
                </a:solidFill>
                <a:latin typeface="Apple SD Gothic Neo"/>
                <a:ea typeface="Apple SD Gothic Neo"/>
                <a:cs typeface="Apple SD Gothic Neo"/>
              </a:defRPr>
            </a:lvl4pPr>
            <a:lvl5pPr>
              <a:defRPr sz="2775" b="1">
                <a:solidFill>
                  <a:srgbClr val="CB4A29"/>
                </a:solidFill>
                <a:latin typeface="Apple SD Gothic Neo"/>
                <a:ea typeface="Apple SD Gothic Neo"/>
                <a:cs typeface="Apple SD Gothic Neo"/>
              </a:defRPr>
            </a:lvl5pPr>
            <a:lvl6pPr>
              <a:defRPr sz="2775" b="1">
                <a:solidFill>
                  <a:srgbClr val="CB4A29"/>
                </a:solidFill>
                <a:latin typeface="Apple SD Gothic Neo"/>
                <a:ea typeface="Apple SD Gothic Neo"/>
                <a:cs typeface="Apple SD Gothic Neo"/>
              </a:defRPr>
            </a:lvl6pPr>
            <a:lvl7pPr>
              <a:defRPr sz="2775" b="1">
                <a:solidFill>
                  <a:srgbClr val="CB4A29"/>
                </a:solidFill>
                <a:latin typeface="Apple SD Gothic Neo"/>
                <a:ea typeface="Apple SD Gothic Neo"/>
                <a:cs typeface="Apple SD Gothic Neo"/>
              </a:defRPr>
            </a:lvl7pPr>
            <a:lvl8pPr>
              <a:defRPr sz="2775" b="1">
                <a:solidFill>
                  <a:srgbClr val="CB4A29"/>
                </a:solidFill>
                <a:latin typeface="Apple SD Gothic Neo"/>
                <a:ea typeface="Apple SD Gothic Neo"/>
                <a:cs typeface="Apple SD Gothic Neo"/>
              </a:defRPr>
            </a:lvl8pPr>
            <a:lvl9pPr>
              <a:defRPr sz="2775" b="1">
                <a:solidFill>
                  <a:srgbClr val="CB4A29"/>
                </a:solidFill>
                <a:latin typeface="Apple SD Gothic Neo"/>
                <a:ea typeface="Apple SD Gothic Neo"/>
                <a:cs typeface="Apple SD Gothic Neo"/>
              </a:defRPr>
            </a:lvl9pPr>
          </a:lstStyle>
          <a:p xmlns:a="http://schemas.openxmlformats.org/drawingml/2006/main">
            <a:pPr>
              <a:defRPr sz="2775" b="1">
                <a:solidFill>
                  <a:srgbClr val="CB4A29"/>
                </a:solidFill>
                <a:latin typeface="Apple SD Gothic Neo"/>
                <a:ea typeface="Apple SD Gothic Neo"/>
                <a:cs typeface="Apple SD Gothic Neo"/>
              </a:defRPr>
            </a:pPr>
            <a:r>
              <a:rPr sz="2775" b="1">
                <a:solidFill>
                  <a:srgbClr val="CB4A29"/>
                </a:solidFill>
                <a:latin typeface="Apple SD Gothic Neo"/>
                <a:ea typeface="Apple SD Gothic Neo"/>
                <a:cs typeface="Apple SD Gothic Neo"/>
              </a:rPr>
              <a:t>질문 답변</a:t>
            </a:r>
          </a:p>
        </p:txBody>
      </p:sp>
      <p:sp>
        <p:nvSpPr>
          <p:cNvPr id="8" name="">
            <a:extLst xmlns:a="http://schemas.openxmlformats.org/drawingml/2006/main">
              <a:ext uri="{FF2B5EF4-FFF2-40B4-BE49-F238E27FC236}">
                <a16:creationId xmlns:a16="http://schemas.microsoft.com/office/drawing/2014/main" id="{81470F17-8A4C-490D-B6F3-75F686A031AB}"/>
              </a:ext>
            </a:extLst>
          </p:cNvPr>
          <p:cNvSpPr>
            <a:spLocks xmlns:a="http://schemas.openxmlformats.org/drawingml/2006/main" noGrp="1"/>
          </p:cNvSpPr>
          <p:nvPr/>
        </p:nvSpPr>
        <p:spPr>
          <a:xfrm xmlns:a="http://schemas.openxmlformats.org/drawingml/2006/main">
            <a:off x="6819900" y="323850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근거 선별과 답변을</a:t>
            </a:r>
          </a:p>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나눈 S30h 구성</a:t>
            </a:r>
          </a:p>
        </p:txBody>
      </p:sp>
      <p:sp>
        <p:nvSpPr>
          <p:cNvPr id="9" name="">
            <a:extLst xmlns:a="http://schemas.openxmlformats.org/drawingml/2006/main">
              <a:ext uri="{FF2B5EF4-FFF2-40B4-BE49-F238E27FC236}">
                <a16:creationId xmlns:a16="http://schemas.microsoft.com/office/drawing/2014/main" id="{A8BECD8B-FD99-4D86-8443-30B9540A6843}"/>
              </a:ext>
            </a:extLst>
          </p:cNvPr>
          <p:cNvSpPr>
            <a:spLocks xmlns:a="http://schemas.openxmlformats.org/drawingml/2006/main" noGrp="1"/>
          </p:cNvSpPr>
          <p:nvPr/>
        </p:nvSpPr>
        <p:spPr>
          <a:xfrm xmlns:a="http://schemas.openxmlformats.org/drawingml/2006/main">
            <a:off x="6819900" y="4772025"/>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B6C71"/>
                </a:solidFill>
                <a:latin typeface="Apple SD Gothic Neo"/>
                <a:ea typeface="Apple SD Gothic Neo"/>
                <a:cs typeface="Apple SD Gothic Neo"/>
              </a:defRPr>
            </a:defPPr>
            <a:lvl1pPr>
              <a:defRPr sz="1950" b="0">
                <a:solidFill>
                  <a:srgbClr val="5B6C71"/>
                </a:solidFill>
                <a:latin typeface="Apple SD Gothic Neo"/>
                <a:ea typeface="Apple SD Gothic Neo"/>
                <a:cs typeface="Apple SD Gothic Neo"/>
              </a:defRPr>
            </a:lvl1pPr>
            <a:lvl2pPr>
              <a:defRPr sz="1950" b="0">
                <a:solidFill>
                  <a:srgbClr val="5B6C71"/>
                </a:solidFill>
                <a:latin typeface="Apple SD Gothic Neo"/>
                <a:ea typeface="Apple SD Gothic Neo"/>
                <a:cs typeface="Apple SD Gothic Neo"/>
              </a:defRPr>
            </a:lvl2pPr>
            <a:lvl3pPr>
              <a:defRPr sz="1950" b="0">
                <a:solidFill>
                  <a:srgbClr val="5B6C71"/>
                </a:solidFill>
                <a:latin typeface="Apple SD Gothic Neo"/>
                <a:ea typeface="Apple SD Gothic Neo"/>
                <a:cs typeface="Apple SD Gothic Neo"/>
              </a:defRPr>
            </a:lvl3pPr>
            <a:lvl4pPr>
              <a:defRPr sz="1950" b="0">
                <a:solidFill>
                  <a:srgbClr val="5B6C71"/>
                </a:solidFill>
                <a:latin typeface="Apple SD Gothic Neo"/>
                <a:ea typeface="Apple SD Gothic Neo"/>
                <a:cs typeface="Apple SD Gothic Neo"/>
              </a:defRPr>
            </a:lvl4pPr>
            <a:lvl5pPr>
              <a:defRPr sz="1950" b="0">
                <a:solidFill>
                  <a:srgbClr val="5B6C71"/>
                </a:solidFill>
                <a:latin typeface="Apple SD Gothic Neo"/>
                <a:ea typeface="Apple SD Gothic Neo"/>
                <a:cs typeface="Apple SD Gothic Neo"/>
              </a:defRPr>
            </a:lvl5pPr>
            <a:lvl6pPr>
              <a:defRPr sz="1950" b="0">
                <a:solidFill>
                  <a:srgbClr val="5B6C71"/>
                </a:solidFill>
                <a:latin typeface="Apple SD Gothic Neo"/>
                <a:ea typeface="Apple SD Gothic Neo"/>
                <a:cs typeface="Apple SD Gothic Neo"/>
              </a:defRPr>
            </a:lvl6pPr>
            <a:lvl7pPr>
              <a:defRPr sz="1950" b="0">
                <a:solidFill>
                  <a:srgbClr val="5B6C71"/>
                </a:solidFill>
                <a:latin typeface="Apple SD Gothic Neo"/>
                <a:ea typeface="Apple SD Gothic Neo"/>
                <a:cs typeface="Apple SD Gothic Neo"/>
              </a:defRPr>
            </a:lvl7pPr>
            <a:lvl8pPr>
              <a:defRPr sz="1950" b="0">
                <a:solidFill>
                  <a:srgbClr val="5B6C71"/>
                </a:solidFill>
                <a:latin typeface="Apple SD Gothic Neo"/>
                <a:ea typeface="Apple SD Gothic Neo"/>
                <a:cs typeface="Apple SD Gothic Neo"/>
              </a:defRPr>
            </a:lvl8pPr>
            <a:lvl9pPr>
              <a:defRPr sz="1950" b="0">
                <a:solidFill>
                  <a:srgbClr val="5B6C71"/>
                </a:solidFill>
                <a:latin typeface="Apple SD Gothic Neo"/>
                <a:ea typeface="Apple SD Gothic Neo"/>
                <a:cs typeface="Apple SD Gothic Neo"/>
              </a:defRPr>
            </a:lvl9pPr>
          </a:lstStyle>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embeddinggemma 검색 구성 C</a:t>
            </a:r>
          </a:p>
          <a:p xmlns:a="http://schemas.openxmlformats.org/drawingml/2006/main">
            <a:pPr>
              <a:defRPr sz="1950" b="0">
                <a:solidFill>
                  <a:srgbClr val="5B6C71"/>
                </a:solidFill>
                <a:latin typeface="Apple SD Gothic Neo"/>
                <a:ea typeface="Apple SD Gothic Neo"/>
                <a:cs typeface="Apple SD Gothic Neo"/>
              </a:defRPr>
            </a:pPr>
            <a:r>
              <a:rPr sz="1950" b="0">
                <a:solidFill>
                  <a:srgbClr val="5B6C71"/>
                </a:solidFill>
                <a:latin typeface="Apple SD Gothic Neo"/>
                <a:ea typeface="Apple SD Gothic Neo"/>
                <a:cs typeface="Apple SD Gothic Neo"/>
              </a:rPr>
              <a:t>보류 셋 상대 비교로 시연 채택</a:t>
            </a:r>
          </a:p>
        </p:txBody>
      </p:sp>
      <p:sp>
        <p:nvSpPr>
          <p:cNvPr id="10" name="">
            <a:extLst xmlns:a="http://schemas.openxmlformats.org/drawingml/2006/main">
              <a:ext uri="{FF2B5EF4-FFF2-40B4-BE49-F238E27FC236}">
                <a16:creationId xmlns:a16="http://schemas.microsoft.com/office/drawing/2014/main" id="{D07B1F34-05C6-4569-B517-366B68CE5920}"/>
              </a:ext>
            </a:extLst>
          </p:cNvPr>
          <p:cNvSpPr>
            <a:spLocks xmlns:a="http://schemas.openxmlformats.org/drawingml/2006/main" noGrp="1"/>
          </p:cNvSpPr>
          <p:nvPr/>
        </p:nvSpPr>
        <p:spPr>
          <a:xfrm xmlns:a="http://schemas.openxmlformats.org/drawingml/2006/main">
            <a:off x="628650" y="60769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B6C71"/>
                </a:solidFill>
                <a:latin typeface="Apple SD Gothic Neo"/>
                <a:ea typeface="Apple SD Gothic Neo"/>
                <a:cs typeface="Apple SD Gothic Neo"/>
              </a:defRPr>
            </a:defPPr>
            <a:lvl1pPr>
              <a:defRPr sz="1650" b="0">
                <a:solidFill>
                  <a:srgbClr val="5B6C71"/>
                </a:solidFill>
                <a:latin typeface="Apple SD Gothic Neo"/>
                <a:ea typeface="Apple SD Gothic Neo"/>
                <a:cs typeface="Apple SD Gothic Neo"/>
              </a:defRPr>
            </a:lvl1pPr>
            <a:lvl2pPr>
              <a:defRPr sz="1650" b="0">
                <a:solidFill>
                  <a:srgbClr val="5B6C71"/>
                </a:solidFill>
                <a:latin typeface="Apple SD Gothic Neo"/>
                <a:ea typeface="Apple SD Gothic Neo"/>
                <a:cs typeface="Apple SD Gothic Neo"/>
              </a:defRPr>
            </a:lvl2pPr>
            <a:lvl3pPr>
              <a:defRPr sz="1650" b="0">
                <a:solidFill>
                  <a:srgbClr val="5B6C71"/>
                </a:solidFill>
                <a:latin typeface="Apple SD Gothic Neo"/>
                <a:ea typeface="Apple SD Gothic Neo"/>
                <a:cs typeface="Apple SD Gothic Neo"/>
              </a:defRPr>
            </a:lvl3pPr>
            <a:lvl4pPr>
              <a:defRPr sz="1650" b="0">
                <a:solidFill>
                  <a:srgbClr val="5B6C71"/>
                </a:solidFill>
                <a:latin typeface="Apple SD Gothic Neo"/>
                <a:ea typeface="Apple SD Gothic Neo"/>
                <a:cs typeface="Apple SD Gothic Neo"/>
              </a:defRPr>
            </a:lvl4pPr>
            <a:lvl5pPr>
              <a:defRPr sz="1650" b="0">
                <a:solidFill>
                  <a:srgbClr val="5B6C71"/>
                </a:solidFill>
                <a:latin typeface="Apple SD Gothic Neo"/>
                <a:ea typeface="Apple SD Gothic Neo"/>
                <a:cs typeface="Apple SD Gothic Neo"/>
              </a:defRPr>
            </a:lvl5pPr>
            <a:lvl6pPr>
              <a:defRPr sz="1650" b="0">
                <a:solidFill>
                  <a:srgbClr val="5B6C71"/>
                </a:solidFill>
                <a:latin typeface="Apple SD Gothic Neo"/>
                <a:ea typeface="Apple SD Gothic Neo"/>
                <a:cs typeface="Apple SD Gothic Neo"/>
              </a:defRPr>
            </a:lvl6pPr>
            <a:lvl7pPr>
              <a:defRPr sz="1650" b="0">
                <a:solidFill>
                  <a:srgbClr val="5B6C71"/>
                </a:solidFill>
                <a:latin typeface="Apple SD Gothic Neo"/>
                <a:ea typeface="Apple SD Gothic Neo"/>
                <a:cs typeface="Apple SD Gothic Neo"/>
              </a:defRPr>
            </a:lvl7pPr>
            <a:lvl8pPr>
              <a:defRPr sz="1650" b="0">
                <a:solidFill>
                  <a:srgbClr val="5B6C71"/>
                </a:solidFill>
                <a:latin typeface="Apple SD Gothic Neo"/>
                <a:ea typeface="Apple SD Gothic Neo"/>
                <a:cs typeface="Apple SD Gothic Neo"/>
              </a:defRPr>
            </a:lvl8pPr>
            <a:lvl9pPr>
              <a:defRPr sz="1650" b="0">
                <a:solidFill>
                  <a:srgbClr val="5B6C71"/>
                </a:solidFill>
                <a:latin typeface="Apple SD Gothic Neo"/>
                <a:ea typeface="Apple SD Gothic Neo"/>
                <a:cs typeface="Apple SD Gothic Neo"/>
              </a:defRPr>
            </a:lvl9pPr>
          </a:lstStyle>
          <a:p xmlns:a="http://schemas.openxmlformats.org/drawingml/2006/main">
            <a:pPr>
              <a:defRPr sz="1650" b="0">
                <a:solidFill>
                  <a:srgbClr val="5B6C71"/>
                </a:solidFill>
                <a:latin typeface="Apple SD Gothic Neo"/>
                <a:ea typeface="Apple SD Gothic Neo"/>
                <a:cs typeface="Apple SD Gothic Neo"/>
              </a:defRPr>
            </a:pPr>
            <a:r>
              <a:rPr sz="1650" b="0">
                <a:solidFill>
                  <a:srgbClr val="5B6C71"/>
                </a:solidFill>
                <a:latin typeface="Apple SD Gothic Neo"/>
                <a:ea typeface="Apple SD Gothic Neo"/>
                <a:cs typeface="Apple SD Gothic Neo"/>
              </a:rPr>
              <a:t>¹ 클래스별 1장, 총 6장 측정. 보류 셋의 사전 기준 미충족은 유지합니다.</a:t>
            </a:r>
          </a:p>
        </p:txBody>
      </p:sp>
    </p:spTree>
    <p:extLst>
      <p:ext uri="{BB962C8B-B14F-4D97-AF65-F5344CB8AC3E}">
        <p14:creationId xmlns:p14="http://schemas.microsoft.com/office/powerpoint/2010/main" val="1476042216"/>
      </p:ext>
    </p:extLst>
  </p:cSld>
</p:sld>
</file>

<file path=ppt/slides/slide1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426719-3427-4F95-9D02-1AB579D6507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03  AI 모델 평가</a:t>
            </a:r>
          </a:p>
        </p:txBody>
      </p:sp>
      <p:sp>
        <p:nvSpPr>
          <p:cNvPr id="2" name="">
            <a:extLst xmlns:a="http://schemas.openxmlformats.org/drawingml/2006/main">
              <a:ext uri="{FF2B5EF4-FFF2-40B4-BE49-F238E27FC236}">
                <a16:creationId xmlns:a16="http://schemas.microsoft.com/office/drawing/2014/main" id="{9756C006-B383-4EBF-B2DB-A3C2032A047A}"/>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AI 모델 평가  설비 분류</a:t>
            </a:r>
          </a:p>
        </p:txBody>
      </p:sp>
      <p:sp>
        <p:nvSpPr>
          <p:cNvPr id="3" name="">
            <a:extLst xmlns:a="http://schemas.openxmlformats.org/drawingml/2006/main">
              <a:ext uri="{FF2B5EF4-FFF2-40B4-BE49-F238E27FC236}">
                <a16:creationId xmlns:a16="http://schemas.microsoft.com/office/drawing/2014/main" id="{9FAEA9A2-3C3D-413C-8F0D-9B2A86A5BDD0}"/>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3D5D7"/>
                </a:solidFill>
                <a:latin typeface="Apple SD Gothic Neo"/>
                <a:ea typeface="Apple SD Gothic Neo"/>
                <a:cs typeface="Apple SD Gothic Neo"/>
              </a:defRPr>
            </a:defPPr>
            <a:lvl1pPr>
              <a:defRPr sz="1800" b="0">
                <a:solidFill>
                  <a:srgbClr val="C3D5D7"/>
                </a:solidFill>
                <a:latin typeface="Apple SD Gothic Neo"/>
                <a:ea typeface="Apple SD Gothic Neo"/>
                <a:cs typeface="Apple SD Gothic Neo"/>
              </a:defRPr>
            </a:lvl1pPr>
            <a:lvl2pPr>
              <a:defRPr sz="1800" b="0">
                <a:solidFill>
                  <a:srgbClr val="C3D5D7"/>
                </a:solidFill>
                <a:latin typeface="Apple SD Gothic Neo"/>
                <a:ea typeface="Apple SD Gothic Neo"/>
                <a:cs typeface="Apple SD Gothic Neo"/>
              </a:defRPr>
            </a:lvl2pPr>
            <a:lvl3pPr>
              <a:defRPr sz="1800" b="0">
                <a:solidFill>
                  <a:srgbClr val="C3D5D7"/>
                </a:solidFill>
                <a:latin typeface="Apple SD Gothic Neo"/>
                <a:ea typeface="Apple SD Gothic Neo"/>
                <a:cs typeface="Apple SD Gothic Neo"/>
              </a:defRPr>
            </a:lvl3pPr>
            <a:lvl4pPr>
              <a:defRPr sz="1800" b="0">
                <a:solidFill>
                  <a:srgbClr val="C3D5D7"/>
                </a:solidFill>
                <a:latin typeface="Apple SD Gothic Neo"/>
                <a:ea typeface="Apple SD Gothic Neo"/>
                <a:cs typeface="Apple SD Gothic Neo"/>
              </a:defRPr>
            </a:lvl4pPr>
            <a:lvl5pPr>
              <a:defRPr sz="1800" b="0">
                <a:solidFill>
                  <a:srgbClr val="C3D5D7"/>
                </a:solidFill>
                <a:latin typeface="Apple SD Gothic Neo"/>
                <a:ea typeface="Apple SD Gothic Neo"/>
                <a:cs typeface="Apple SD Gothic Neo"/>
              </a:defRPr>
            </a:lvl5pPr>
            <a:lvl6pPr>
              <a:defRPr sz="1800" b="0">
                <a:solidFill>
                  <a:srgbClr val="C3D5D7"/>
                </a:solidFill>
                <a:latin typeface="Apple SD Gothic Neo"/>
                <a:ea typeface="Apple SD Gothic Neo"/>
                <a:cs typeface="Apple SD Gothic Neo"/>
              </a:defRPr>
            </a:lvl6pPr>
            <a:lvl7pPr>
              <a:defRPr sz="1800" b="0">
                <a:solidFill>
                  <a:srgbClr val="C3D5D7"/>
                </a:solidFill>
                <a:latin typeface="Apple SD Gothic Neo"/>
                <a:ea typeface="Apple SD Gothic Neo"/>
                <a:cs typeface="Apple SD Gothic Neo"/>
              </a:defRPr>
            </a:lvl7pPr>
            <a:lvl8pPr>
              <a:defRPr sz="1800" b="0">
                <a:solidFill>
                  <a:srgbClr val="C3D5D7"/>
                </a:solidFill>
                <a:latin typeface="Apple SD Gothic Neo"/>
                <a:ea typeface="Apple SD Gothic Neo"/>
                <a:cs typeface="Apple SD Gothic Neo"/>
              </a:defRPr>
            </a:lvl8pPr>
            <a:lvl9pPr>
              <a:defRPr sz="1800" b="0">
                <a:solidFill>
                  <a:srgbClr val="C3D5D7"/>
                </a:solidFill>
                <a:latin typeface="Apple SD Gothic Neo"/>
                <a:ea typeface="Apple SD Gothic Neo"/>
                <a:cs typeface="Apple SD Gothic Neo"/>
              </a:defRPr>
            </a:lvl9pPr>
          </a:lstStyle>
          <a:p xmlns:a="http://schemas.openxmlformats.org/drawingml/2006/main">
            <a:pPr>
              <a:defRPr sz="1800" b="0">
                <a:solidFill>
                  <a:srgbClr val="C3D5D7"/>
                </a:solidFill>
                <a:latin typeface="Apple SD Gothic Neo"/>
                <a:ea typeface="Apple SD Gothic Neo"/>
                <a:cs typeface="Apple SD Gothic Neo"/>
              </a:defRPr>
            </a:pPr>
            <a:r>
              <a:rPr sz="1800" b="0">
                <a:solidFill>
                  <a:srgbClr val="C3D5D7"/>
                </a:solidFill>
                <a:latin typeface="Apple SD Gothic Neo"/>
                <a:ea typeface="Apple SD Gothic Neo"/>
                <a:cs typeface="Apple SD Gothic Neo"/>
              </a:rPr>
              <a:t>Unity 시험 이미지 880장, 2026.10.08</a:t>
            </a:r>
          </a:p>
        </p:txBody>
      </p:sp>
      <p:sp>
        <p:nvSpPr>
          <p:cNvPr id="4" name="">
            <a:extLst xmlns:a="http://schemas.openxmlformats.org/drawingml/2006/main">
              <a:ext uri="{FF2B5EF4-FFF2-40B4-BE49-F238E27FC236}">
                <a16:creationId xmlns:a16="http://schemas.microsoft.com/office/drawing/2014/main" id="{1B67C27C-DC4C-49BD-B4C7-1C4085BD8F39}"/>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11</a:t>
            </a:r>
          </a:p>
        </p:txBody>
      </p:sp>
      <p:sp>
        <p:nvSpPr>
          <p:cNvPr id="5" name="">
            <a:extLst xmlns:a="http://schemas.openxmlformats.org/drawingml/2006/main">
              <a:ext uri="{FF2B5EF4-FFF2-40B4-BE49-F238E27FC236}">
                <a16:creationId xmlns:a16="http://schemas.microsoft.com/office/drawing/2014/main" id="{C996129F-A34F-4A27-BF7C-462C2A8FBC82}"/>
              </a:ext>
            </a:extLst>
          </p:cNvPr>
          <p:cNvSpPr>
            <a:spLocks xmlns:a="http://schemas.openxmlformats.org/drawingml/2006/main" noGrp="1"/>
          </p:cNvSpPr>
          <p:nvPr/>
        </p:nvSpPr>
        <p:spPr>
          <a:xfrm xmlns:a="http://schemas.openxmlformats.org/drawingml/2006/main">
            <a:off x="590550" y="2647950"/>
            <a:ext cx="70961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275" b="1">
                <a:solidFill>
                  <a:srgbClr val="FFFFFF"/>
                </a:solidFill>
                <a:latin typeface="Apple SD Gothic Neo"/>
                <a:ea typeface="Apple SD Gothic Neo"/>
                <a:cs typeface="Apple SD Gothic Neo"/>
              </a:defRPr>
            </a:defPPr>
            <a:lvl1pPr>
              <a:defRPr sz="10275" b="1">
                <a:solidFill>
                  <a:srgbClr val="FFFFFF"/>
                </a:solidFill>
                <a:latin typeface="Apple SD Gothic Neo"/>
                <a:ea typeface="Apple SD Gothic Neo"/>
                <a:cs typeface="Apple SD Gothic Neo"/>
              </a:defRPr>
            </a:lvl1pPr>
            <a:lvl2pPr>
              <a:defRPr sz="10275" b="1">
                <a:solidFill>
                  <a:srgbClr val="FFFFFF"/>
                </a:solidFill>
                <a:latin typeface="Apple SD Gothic Neo"/>
                <a:ea typeface="Apple SD Gothic Neo"/>
                <a:cs typeface="Apple SD Gothic Neo"/>
              </a:defRPr>
            </a:lvl2pPr>
            <a:lvl3pPr>
              <a:defRPr sz="10275" b="1">
                <a:solidFill>
                  <a:srgbClr val="FFFFFF"/>
                </a:solidFill>
                <a:latin typeface="Apple SD Gothic Neo"/>
                <a:ea typeface="Apple SD Gothic Neo"/>
                <a:cs typeface="Apple SD Gothic Neo"/>
              </a:defRPr>
            </a:lvl3pPr>
            <a:lvl4pPr>
              <a:defRPr sz="10275" b="1">
                <a:solidFill>
                  <a:srgbClr val="FFFFFF"/>
                </a:solidFill>
                <a:latin typeface="Apple SD Gothic Neo"/>
                <a:ea typeface="Apple SD Gothic Neo"/>
                <a:cs typeface="Apple SD Gothic Neo"/>
              </a:defRPr>
            </a:lvl4pPr>
            <a:lvl5pPr>
              <a:defRPr sz="10275" b="1">
                <a:solidFill>
                  <a:srgbClr val="FFFFFF"/>
                </a:solidFill>
                <a:latin typeface="Apple SD Gothic Neo"/>
                <a:ea typeface="Apple SD Gothic Neo"/>
                <a:cs typeface="Apple SD Gothic Neo"/>
              </a:defRPr>
            </a:lvl5pPr>
            <a:lvl6pPr>
              <a:defRPr sz="10275" b="1">
                <a:solidFill>
                  <a:srgbClr val="FFFFFF"/>
                </a:solidFill>
                <a:latin typeface="Apple SD Gothic Neo"/>
                <a:ea typeface="Apple SD Gothic Neo"/>
                <a:cs typeface="Apple SD Gothic Neo"/>
              </a:defRPr>
            </a:lvl6pPr>
            <a:lvl7pPr>
              <a:defRPr sz="10275" b="1">
                <a:solidFill>
                  <a:srgbClr val="FFFFFF"/>
                </a:solidFill>
                <a:latin typeface="Apple SD Gothic Neo"/>
                <a:ea typeface="Apple SD Gothic Neo"/>
                <a:cs typeface="Apple SD Gothic Neo"/>
              </a:defRPr>
            </a:lvl7pPr>
            <a:lvl8pPr>
              <a:defRPr sz="10275" b="1">
                <a:solidFill>
                  <a:srgbClr val="FFFFFF"/>
                </a:solidFill>
                <a:latin typeface="Apple SD Gothic Neo"/>
                <a:ea typeface="Apple SD Gothic Neo"/>
                <a:cs typeface="Apple SD Gothic Neo"/>
              </a:defRPr>
            </a:lvl8pPr>
            <a:lvl9pPr>
              <a:defRPr sz="10275" b="1">
                <a:solidFill>
                  <a:srgbClr val="FFFFFF"/>
                </a:solidFill>
                <a:latin typeface="Apple SD Gothic Neo"/>
                <a:ea typeface="Apple SD Gothic Neo"/>
                <a:cs typeface="Apple SD Gothic Neo"/>
              </a:defRPr>
            </a:lvl9pPr>
          </a:lstStyle>
          <a:p xmlns:a="http://schemas.openxmlformats.org/drawingml/2006/main">
            <a:pPr>
              <a:defRPr sz="10275" b="1">
                <a:solidFill>
                  <a:srgbClr val="FFFFFF"/>
                </a:solidFill>
                <a:latin typeface="Apple SD Gothic Neo"/>
                <a:ea typeface="Apple SD Gothic Neo"/>
                <a:cs typeface="Apple SD Gothic Neo"/>
              </a:defRPr>
            </a:pPr>
            <a:r>
              <a:rPr sz="10275" b="1">
                <a:solidFill>
                  <a:srgbClr val="FFFFFF"/>
                </a:solidFill>
                <a:latin typeface="Apple SD Gothic Neo"/>
                <a:ea typeface="Apple SD Gothic Neo"/>
                <a:cs typeface="Apple SD Gothic Neo"/>
              </a:rPr>
              <a:t>99.4%</a:t>
            </a:r>
          </a:p>
        </p:txBody>
      </p:sp>
      <p:sp>
        <p:nvSpPr>
          <p:cNvPr id="6" name="">
            <a:extLst xmlns:a="http://schemas.openxmlformats.org/drawingml/2006/main">
              <a:ext uri="{FF2B5EF4-FFF2-40B4-BE49-F238E27FC236}">
                <a16:creationId xmlns:a16="http://schemas.microsoft.com/office/drawing/2014/main" id="{DBB21DE3-E9B1-460C-8FDD-14BB6B5E16F6}"/>
              </a:ext>
            </a:extLst>
          </p:cNvPr>
          <p:cNvSpPr>
            <a:spLocks xmlns:a="http://schemas.openxmlformats.org/drawingml/2006/main" noGrp="1"/>
          </p:cNvSpPr>
          <p:nvPr/>
        </p:nvSpPr>
        <p:spPr>
          <a:xfrm xmlns:a="http://schemas.openxmlformats.org/drawingml/2006/main">
            <a:off x="666750" y="45720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C3D5D7"/>
                </a:solidFill>
                <a:latin typeface="Apple SD Gothic Neo"/>
                <a:ea typeface="Apple SD Gothic Neo"/>
                <a:cs typeface="Apple SD Gothic Neo"/>
              </a:defRPr>
            </a:defPPr>
            <a:lvl1pPr>
              <a:defRPr sz="3150" b="0">
                <a:solidFill>
                  <a:srgbClr val="C3D5D7"/>
                </a:solidFill>
                <a:latin typeface="Apple SD Gothic Neo"/>
                <a:ea typeface="Apple SD Gothic Neo"/>
                <a:cs typeface="Apple SD Gothic Neo"/>
              </a:defRPr>
            </a:lvl1pPr>
            <a:lvl2pPr>
              <a:defRPr sz="3150" b="0">
                <a:solidFill>
                  <a:srgbClr val="C3D5D7"/>
                </a:solidFill>
                <a:latin typeface="Apple SD Gothic Neo"/>
                <a:ea typeface="Apple SD Gothic Neo"/>
                <a:cs typeface="Apple SD Gothic Neo"/>
              </a:defRPr>
            </a:lvl2pPr>
            <a:lvl3pPr>
              <a:defRPr sz="3150" b="0">
                <a:solidFill>
                  <a:srgbClr val="C3D5D7"/>
                </a:solidFill>
                <a:latin typeface="Apple SD Gothic Neo"/>
                <a:ea typeface="Apple SD Gothic Neo"/>
                <a:cs typeface="Apple SD Gothic Neo"/>
              </a:defRPr>
            </a:lvl3pPr>
            <a:lvl4pPr>
              <a:defRPr sz="3150" b="0">
                <a:solidFill>
                  <a:srgbClr val="C3D5D7"/>
                </a:solidFill>
                <a:latin typeface="Apple SD Gothic Neo"/>
                <a:ea typeface="Apple SD Gothic Neo"/>
                <a:cs typeface="Apple SD Gothic Neo"/>
              </a:defRPr>
            </a:lvl4pPr>
            <a:lvl5pPr>
              <a:defRPr sz="3150" b="0">
                <a:solidFill>
                  <a:srgbClr val="C3D5D7"/>
                </a:solidFill>
                <a:latin typeface="Apple SD Gothic Neo"/>
                <a:ea typeface="Apple SD Gothic Neo"/>
                <a:cs typeface="Apple SD Gothic Neo"/>
              </a:defRPr>
            </a:lvl5pPr>
            <a:lvl6pPr>
              <a:defRPr sz="3150" b="0">
                <a:solidFill>
                  <a:srgbClr val="C3D5D7"/>
                </a:solidFill>
                <a:latin typeface="Apple SD Gothic Neo"/>
                <a:ea typeface="Apple SD Gothic Neo"/>
                <a:cs typeface="Apple SD Gothic Neo"/>
              </a:defRPr>
            </a:lvl6pPr>
            <a:lvl7pPr>
              <a:defRPr sz="3150" b="0">
                <a:solidFill>
                  <a:srgbClr val="C3D5D7"/>
                </a:solidFill>
                <a:latin typeface="Apple SD Gothic Neo"/>
                <a:ea typeface="Apple SD Gothic Neo"/>
                <a:cs typeface="Apple SD Gothic Neo"/>
              </a:defRPr>
            </a:lvl7pPr>
            <a:lvl8pPr>
              <a:defRPr sz="3150" b="0">
                <a:solidFill>
                  <a:srgbClr val="C3D5D7"/>
                </a:solidFill>
                <a:latin typeface="Apple SD Gothic Neo"/>
                <a:ea typeface="Apple SD Gothic Neo"/>
                <a:cs typeface="Apple SD Gothic Neo"/>
              </a:defRPr>
            </a:lvl8pPr>
            <a:lvl9pPr>
              <a:defRPr sz="3150" b="0">
                <a:solidFill>
                  <a:srgbClr val="C3D5D7"/>
                </a:solidFill>
                <a:latin typeface="Apple SD Gothic Neo"/>
                <a:ea typeface="Apple SD Gothic Neo"/>
                <a:cs typeface="Apple SD Gothic Neo"/>
              </a:defRPr>
            </a:lvl9pPr>
          </a:lstStyle>
          <a:p xmlns:a="http://schemas.openxmlformats.org/drawingml/2006/main">
            <a:pPr>
              <a:defRPr sz="3150" b="0">
                <a:solidFill>
                  <a:srgbClr val="C3D5D7"/>
                </a:solidFill>
                <a:latin typeface="Apple SD Gothic Neo"/>
                <a:ea typeface="Apple SD Gothic Neo"/>
                <a:cs typeface="Apple SD Gothic Neo"/>
              </a:defRPr>
            </a:pPr>
            <a:r>
              <a:rPr sz="3150" b="0">
                <a:solidFill>
                  <a:srgbClr val="C3D5D7"/>
                </a:solidFill>
                <a:latin typeface="Apple SD Gothic Neo"/>
                <a:ea typeface="Apple SD Gothic Neo"/>
                <a:cs typeface="Apple SD Gothic Neo"/>
              </a:rPr>
              <a:t>875 / 880장 정답</a:t>
            </a:r>
          </a:p>
        </p:txBody>
      </p:sp>
      <p:sp>
        <p:nvSpPr>
          <p:cNvPr id="7" name="">
            <a:extLst xmlns:a="http://schemas.openxmlformats.org/drawingml/2006/main">
              <a:ext uri="{FF2B5EF4-FFF2-40B4-BE49-F238E27FC236}">
                <a16:creationId xmlns:a16="http://schemas.microsoft.com/office/drawing/2014/main" id="{95BFF4A3-AF6B-47A3-B91C-10432B60316D}"/>
              </a:ext>
            </a:extLst>
          </p:cNvPr>
          <p:cNvSpPr>
            <a:spLocks xmlns:a="http://schemas.openxmlformats.org/drawingml/2006/main" noGrp="1"/>
          </p:cNvSpPr>
          <p:nvPr/>
        </p:nvSpPr>
        <p:spPr>
          <a:xfrm xmlns:a="http://schemas.openxmlformats.org/drawingml/2006/main">
            <a:off x="8572500" y="30480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6개 종류</a:t>
            </a:r>
          </a:p>
        </p:txBody>
      </p:sp>
      <p:sp>
        <p:nvSpPr>
          <p:cNvPr id="8" name="">
            <a:extLst xmlns:a="http://schemas.openxmlformats.org/drawingml/2006/main">
              <a:ext uri="{FF2B5EF4-FFF2-40B4-BE49-F238E27FC236}">
                <a16:creationId xmlns:a16="http://schemas.microsoft.com/office/drawing/2014/main" id="{92B54CED-D547-41AA-BA6D-8EAE31F95FFB}"/>
              </a:ext>
            </a:extLst>
          </p:cNvPr>
          <p:cNvSpPr>
            <a:spLocks xmlns:a="http://schemas.openxmlformats.org/drawingml/2006/main" noGrp="1"/>
          </p:cNvSpPr>
          <p:nvPr/>
        </p:nvSpPr>
        <p:spPr>
          <a:xfrm xmlns:a="http://schemas.openxmlformats.org/drawingml/2006/main">
            <a:off x="8572500" y="39243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C3D5D7"/>
                </a:solidFill>
                <a:latin typeface="Apple SD Gothic Neo"/>
                <a:ea typeface="Apple SD Gothic Neo"/>
                <a:cs typeface="Apple SD Gothic Neo"/>
              </a:defRPr>
            </a:defPPr>
            <a:lvl1pPr>
              <a:defRPr sz="2175" b="0">
                <a:solidFill>
                  <a:srgbClr val="C3D5D7"/>
                </a:solidFill>
                <a:latin typeface="Apple SD Gothic Neo"/>
                <a:ea typeface="Apple SD Gothic Neo"/>
                <a:cs typeface="Apple SD Gothic Neo"/>
              </a:defRPr>
            </a:lvl1pPr>
            <a:lvl2pPr>
              <a:defRPr sz="2175" b="0">
                <a:solidFill>
                  <a:srgbClr val="C3D5D7"/>
                </a:solidFill>
                <a:latin typeface="Apple SD Gothic Neo"/>
                <a:ea typeface="Apple SD Gothic Neo"/>
                <a:cs typeface="Apple SD Gothic Neo"/>
              </a:defRPr>
            </a:lvl2pPr>
            <a:lvl3pPr>
              <a:defRPr sz="2175" b="0">
                <a:solidFill>
                  <a:srgbClr val="C3D5D7"/>
                </a:solidFill>
                <a:latin typeface="Apple SD Gothic Neo"/>
                <a:ea typeface="Apple SD Gothic Neo"/>
                <a:cs typeface="Apple SD Gothic Neo"/>
              </a:defRPr>
            </a:lvl3pPr>
            <a:lvl4pPr>
              <a:defRPr sz="2175" b="0">
                <a:solidFill>
                  <a:srgbClr val="C3D5D7"/>
                </a:solidFill>
                <a:latin typeface="Apple SD Gothic Neo"/>
                <a:ea typeface="Apple SD Gothic Neo"/>
                <a:cs typeface="Apple SD Gothic Neo"/>
              </a:defRPr>
            </a:lvl4pPr>
            <a:lvl5pPr>
              <a:defRPr sz="2175" b="0">
                <a:solidFill>
                  <a:srgbClr val="C3D5D7"/>
                </a:solidFill>
                <a:latin typeface="Apple SD Gothic Neo"/>
                <a:ea typeface="Apple SD Gothic Neo"/>
                <a:cs typeface="Apple SD Gothic Neo"/>
              </a:defRPr>
            </a:lvl5pPr>
            <a:lvl6pPr>
              <a:defRPr sz="2175" b="0">
                <a:solidFill>
                  <a:srgbClr val="C3D5D7"/>
                </a:solidFill>
                <a:latin typeface="Apple SD Gothic Neo"/>
                <a:ea typeface="Apple SD Gothic Neo"/>
                <a:cs typeface="Apple SD Gothic Neo"/>
              </a:defRPr>
            </a:lvl6pPr>
            <a:lvl7pPr>
              <a:defRPr sz="2175" b="0">
                <a:solidFill>
                  <a:srgbClr val="C3D5D7"/>
                </a:solidFill>
                <a:latin typeface="Apple SD Gothic Neo"/>
                <a:ea typeface="Apple SD Gothic Neo"/>
                <a:cs typeface="Apple SD Gothic Neo"/>
              </a:defRPr>
            </a:lvl7pPr>
            <a:lvl8pPr>
              <a:defRPr sz="2175" b="0">
                <a:solidFill>
                  <a:srgbClr val="C3D5D7"/>
                </a:solidFill>
                <a:latin typeface="Apple SD Gothic Neo"/>
                <a:ea typeface="Apple SD Gothic Neo"/>
                <a:cs typeface="Apple SD Gothic Neo"/>
              </a:defRPr>
            </a:lvl8pPr>
            <a:lvl9pPr>
              <a:defRPr sz="2175" b="0">
                <a:solidFill>
                  <a:srgbClr val="C3D5D7"/>
                </a:solidFill>
                <a:latin typeface="Apple SD Gothic Neo"/>
                <a:ea typeface="Apple SD Gothic Neo"/>
                <a:cs typeface="Apple SD Gothic Neo"/>
              </a:defRPr>
            </a:lvl9pPr>
          </a:lstStyle>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FP32 ONNX</a:t>
            </a:r>
          </a:p>
          <a:p xmlns:a="http://schemas.openxmlformats.org/drawingml/2006/main">
            <a:pPr>
              <a:defRPr sz="2175" b="0">
                <a:solidFill>
                  <a:srgbClr val="C3D5D7"/>
                </a:solidFill>
                <a:latin typeface="Apple SD Gothic Neo"/>
                <a:ea typeface="Apple SD Gothic Neo"/>
                <a:cs typeface="Apple SD Gothic Neo"/>
              </a:defRPr>
            </a:pPr>
            <a:r>
              <a:rPr sz="2175" b="0">
                <a:solidFill>
                  <a:srgbClr val="C3D5D7"/>
                </a:solidFill>
                <a:latin typeface="Apple SD Gothic Neo"/>
                <a:ea typeface="Apple SD Gothic Neo"/>
                <a:cs typeface="Apple SD Gothic Neo"/>
              </a:rPr>
              <a:t>Pi에서 분류 실행</a:t>
            </a:r>
          </a:p>
        </p:txBody>
      </p:sp>
      <p:sp>
        <p:nvSpPr>
          <p:cNvPr id="9" name="">
            <a:extLst xmlns:a="http://schemas.openxmlformats.org/drawingml/2006/main">
              <a:ext uri="{FF2B5EF4-FFF2-40B4-BE49-F238E27FC236}">
                <a16:creationId xmlns:a16="http://schemas.microsoft.com/office/drawing/2014/main" id="{338A2AFD-2F07-48E1-957E-ED40DE2344E2}"/>
              </a:ext>
            </a:extLst>
          </p:cNvPr>
          <p:cNvSpPr>
            <a:spLocks xmlns:a="http://schemas.openxmlformats.org/drawingml/2006/main" noGrp="1"/>
          </p:cNvSpPr>
          <p:nvPr/>
        </p:nvSpPr>
        <p:spPr>
          <a:xfrm xmlns:a="http://schemas.openxmlformats.org/drawingml/2006/main">
            <a:off x="6477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5B39B"/>
                </a:solidFill>
                <a:latin typeface="Apple SD Gothic Neo"/>
                <a:ea typeface="Apple SD Gothic Neo"/>
                <a:cs typeface="Apple SD Gothic Neo"/>
              </a:defRPr>
            </a:defPPr>
            <a:lvl1pPr>
              <a:defRPr sz="1800" b="0">
                <a:solidFill>
                  <a:srgbClr val="F5B39B"/>
                </a:solidFill>
                <a:latin typeface="Apple SD Gothic Neo"/>
                <a:ea typeface="Apple SD Gothic Neo"/>
                <a:cs typeface="Apple SD Gothic Neo"/>
              </a:defRPr>
            </a:lvl1pPr>
            <a:lvl2pPr>
              <a:defRPr sz="1800" b="0">
                <a:solidFill>
                  <a:srgbClr val="F5B39B"/>
                </a:solidFill>
                <a:latin typeface="Apple SD Gothic Neo"/>
                <a:ea typeface="Apple SD Gothic Neo"/>
                <a:cs typeface="Apple SD Gothic Neo"/>
              </a:defRPr>
            </a:lvl2pPr>
            <a:lvl3pPr>
              <a:defRPr sz="1800" b="0">
                <a:solidFill>
                  <a:srgbClr val="F5B39B"/>
                </a:solidFill>
                <a:latin typeface="Apple SD Gothic Neo"/>
                <a:ea typeface="Apple SD Gothic Neo"/>
                <a:cs typeface="Apple SD Gothic Neo"/>
              </a:defRPr>
            </a:lvl3pPr>
            <a:lvl4pPr>
              <a:defRPr sz="1800" b="0">
                <a:solidFill>
                  <a:srgbClr val="F5B39B"/>
                </a:solidFill>
                <a:latin typeface="Apple SD Gothic Neo"/>
                <a:ea typeface="Apple SD Gothic Neo"/>
                <a:cs typeface="Apple SD Gothic Neo"/>
              </a:defRPr>
            </a:lvl4pPr>
            <a:lvl5pPr>
              <a:defRPr sz="1800" b="0">
                <a:solidFill>
                  <a:srgbClr val="F5B39B"/>
                </a:solidFill>
                <a:latin typeface="Apple SD Gothic Neo"/>
                <a:ea typeface="Apple SD Gothic Neo"/>
                <a:cs typeface="Apple SD Gothic Neo"/>
              </a:defRPr>
            </a:lvl5pPr>
            <a:lvl6pPr>
              <a:defRPr sz="1800" b="0">
                <a:solidFill>
                  <a:srgbClr val="F5B39B"/>
                </a:solidFill>
                <a:latin typeface="Apple SD Gothic Neo"/>
                <a:ea typeface="Apple SD Gothic Neo"/>
                <a:cs typeface="Apple SD Gothic Neo"/>
              </a:defRPr>
            </a:lvl6pPr>
            <a:lvl7pPr>
              <a:defRPr sz="1800" b="0">
                <a:solidFill>
                  <a:srgbClr val="F5B39B"/>
                </a:solidFill>
                <a:latin typeface="Apple SD Gothic Neo"/>
                <a:ea typeface="Apple SD Gothic Neo"/>
                <a:cs typeface="Apple SD Gothic Neo"/>
              </a:defRPr>
            </a:lvl7pPr>
            <a:lvl8pPr>
              <a:defRPr sz="1800" b="0">
                <a:solidFill>
                  <a:srgbClr val="F5B39B"/>
                </a:solidFill>
                <a:latin typeface="Apple SD Gothic Neo"/>
                <a:ea typeface="Apple SD Gothic Neo"/>
                <a:cs typeface="Apple SD Gothic Neo"/>
              </a:defRPr>
            </a:lvl8pPr>
            <a:lvl9pPr>
              <a:defRPr sz="1800" b="0">
                <a:solidFill>
                  <a:srgbClr val="F5B39B"/>
                </a:solidFill>
                <a:latin typeface="Apple SD Gothic Neo"/>
                <a:ea typeface="Apple SD Gothic Neo"/>
                <a:cs typeface="Apple SD Gothic Neo"/>
              </a:defRPr>
            </a:lvl9pPr>
          </a:lstStyle>
          <a:p xmlns:a="http://schemas.openxmlformats.org/drawingml/2006/main">
            <a:pPr>
              <a:defRPr sz="1800" b="0">
                <a:solidFill>
                  <a:srgbClr val="F5B39B"/>
                </a:solidFill>
                <a:latin typeface="Apple SD Gothic Neo"/>
                <a:ea typeface="Apple SD Gothic Neo"/>
                <a:cs typeface="Apple SD Gothic Neo"/>
              </a:defRPr>
            </a:pPr>
            <a:r>
              <a:rPr sz="1800" b="0">
                <a:solidFill>
                  <a:srgbClr val="F5B39B"/>
                </a:solidFill>
                <a:latin typeface="Apple SD Gothic Neo"/>
                <a:ea typeface="Apple SD Gothic Neo"/>
                <a:cs typeface="Apple SD Gothic Neo"/>
              </a:rPr>
              <a:t>같은 설비 10대의 촬영 묶음을 분리한 평가입니다. 실공장 일반화는 미확인입니다.</a:t>
            </a:r>
          </a:p>
        </p:txBody>
      </p:sp>
    </p:spTree>
    <p:extLst>
      <p:ext uri="{BB962C8B-B14F-4D97-AF65-F5344CB8AC3E}">
        <p14:creationId xmlns:p14="http://schemas.microsoft.com/office/powerpoint/2010/main" val="1049111730"/>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04C482-53A9-4AD4-AB59-54A1DDCF85E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03  AI 모델 평가</a:t>
            </a:r>
          </a:p>
        </p:txBody>
      </p:sp>
      <p:sp>
        <p:nvSpPr>
          <p:cNvPr id="2" name="">
            <a:extLst xmlns:a="http://schemas.openxmlformats.org/drawingml/2006/main">
              <a:ext uri="{FF2B5EF4-FFF2-40B4-BE49-F238E27FC236}">
                <a16:creationId xmlns:a16="http://schemas.microsoft.com/office/drawing/2014/main" id="{360550F8-0BA0-4F36-9858-CB895B4E3BDD}"/>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AI 모델 평가  개선 지표와 한계</a:t>
            </a:r>
          </a:p>
        </p:txBody>
      </p:sp>
      <p:sp>
        <p:nvSpPr>
          <p:cNvPr id="3" name="">
            <a:extLst xmlns:a="http://schemas.openxmlformats.org/drawingml/2006/main">
              <a:ext uri="{FF2B5EF4-FFF2-40B4-BE49-F238E27FC236}">
                <a16:creationId xmlns:a16="http://schemas.microsoft.com/office/drawing/2014/main" id="{D8812265-0067-477A-930C-2B2B5088F057}"/>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같은 보류 셋의 답함 비교, Jetson, 2026.10.16</a:t>
            </a:r>
          </a:p>
        </p:txBody>
      </p:sp>
      <p:sp>
        <p:nvSpPr>
          <p:cNvPr id="4" name="">
            <a:extLst xmlns:a="http://schemas.openxmlformats.org/drawingml/2006/main">
              <a:ext uri="{FF2B5EF4-FFF2-40B4-BE49-F238E27FC236}">
                <a16:creationId xmlns:a16="http://schemas.microsoft.com/office/drawing/2014/main" id="{098EE962-FC0F-43FE-B7B0-093F2A8EE0D6}"/>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12</a:t>
            </a:r>
          </a:p>
        </p:txBody>
      </p:sp>
      <p:graphicFrame>
        <p:nvGraphicFramePr>
          <p:cNvPr id="5" name="Chart">
            <a:extLst xmlns:a="http://schemas.openxmlformats.org/drawingml/2006/main">
              <a:ext uri="{FF2B5EF4-FFF2-40B4-BE49-F238E27FC236}">
                <a16:creationId xmlns:a16="http://schemas.microsoft.com/office/drawing/2014/main" id="{EAF64AE1-346F-4A92-81B7-E22B6F9350A5}"/>
              </a:ext>
            </a:extLst>
          </p:cNvPr>
          <p:cNvGraphicFramePr/>
          <p:nvPr/>
        </p:nvGraphicFramePr>
        <p:xfrm>
          <a:off xmlns:a="http://schemas.openxmlformats.org/drawingml/2006/main" x="619125" y="2714625"/>
          <a:ext xmlns:a="http://schemas.openxmlformats.org/drawingml/2006/main" cx="6762750" cy="2762250"/>
        </p:xfrm>
        <a:graphic xmlns:a="http://schemas.openxmlformats.org/drawingml/2006/main">
          <a:graphicData uri="http://schemas.openxmlformats.org/drawingml/2006/chart">
            <c:chart xmlns:r="http://schemas.openxmlformats.org/officeDocument/2006/relationships" xmlns:c="http://schemas.openxmlformats.org/drawingml/2006/chart" r:id="Raa0a0a713d91478f"/>
          </a:graphicData>
        </a:graphic>
      </p:graphicFrame>
      <p:sp>
        <p:nvSpPr>
          <p:cNvPr id="6" name="">
            <a:extLst xmlns:a="http://schemas.openxmlformats.org/drawingml/2006/main">
              <a:ext uri="{FF2B5EF4-FFF2-40B4-BE49-F238E27FC236}">
                <a16:creationId xmlns:a16="http://schemas.microsoft.com/office/drawing/2014/main" id="{6889FD0C-909B-4BD7-AC26-AC25CC839E45}"/>
              </a:ext>
            </a:extLst>
          </p:cNvPr>
          <p:cNvSpPr>
            <a:spLocks xmlns:a="http://schemas.openxmlformats.org/drawingml/2006/main" noGrp="1"/>
          </p:cNvSpPr>
          <p:nvPr/>
        </p:nvSpPr>
        <p:spPr>
          <a:xfrm xmlns:a="http://schemas.openxmlformats.org/drawingml/2006/main">
            <a:off x="714375" y="553402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82C34"/>
                </a:solidFill>
                <a:latin typeface="Apple SD Gothic Neo"/>
                <a:ea typeface="Apple SD Gothic Neo"/>
                <a:cs typeface="Apple SD Gothic Neo"/>
              </a:defRPr>
            </a:defPPr>
            <a:lvl1pPr>
              <a:defRPr sz="1875" b="1">
                <a:solidFill>
                  <a:srgbClr val="182C34"/>
                </a:solidFill>
                <a:latin typeface="Apple SD Gothic Neo"/>
                <a:ea typeface="Apple SD Gothic Neo"/>
                <a:cs typeface="Apple SD Gothic Neo"/>
              </a:defRPr>
            </a:lvl1pPr>
            <a:lvl2pPr>
              <a:defRPr sz="1875" b="1">
                <a:solidFill>
                  <a:srgbClr val="182C34"/>
                </a:solidFill>
                <a:latin typeface="Apple SD Gothic Neo"/>
                <a:ea typeface="Apple SD Gothic Neo"/>
                <a:cs typeface="Apple SD Gothic Neo"/>
              </a:defRPr>
            </a:lvl2pPr>
            <a:lvl3pPr>
              <a:defRPr sz="1875" b="1">
                <a:solidFill>
                  <a:srgbClr val="182C34"/>
                </a:solidFill>
                <a:latin typeface="Apple SD Gothic Neo"/>
                <a:ea typeface="Apple SD Gothic Neo"/>
                <a:cs typeface="Apple SD Gothic Neo"/>
              </a:defRPr>
            </a:lvl3pPr>
            <a:lvl4pPr>
              <a:defRPr sz="1875" b="1">
                <a:solidFill>
                  <a:srgbClr val="182C34"/>
                </a:solidFill>
                <a:latin typeface="Apple SD Gothic Neo"/>
                <a:ea typeface="Apple SD Gothic Neo"/>
                <a:cs typeface="Apple SD Gothic Neo"/>
              </a:defRPr>
            </a:lvl4pPr>
            <a:lvl5pPr>
              <a:defRPr sz="1875" b="1">
                <a:solidFill>
                  <a:srgbClr val="182C34"/>
                </a:solidFill>
                <a:latin typeface="Apple SD Gothic Neo"/>
                <a:ea typeface="Apple SD Gothic Neo"/>
                <a:cs typeface="Apple SD Gothic Neo"/>
              </a:defRPr>
            </a:lvl5pPr>
            <a:lvl6pPr>
              <a:defRPr sz="1875" b="1">
                <a:solidFill>
                  <a:srgbClr val="182C34"/>
                </a:solidFill>
                <a:latin typeface="Apple SD Gothic Neo"/>
                <a:ea typeface="Apple SD Gothic Neo"/>
                <a:cs typeface="Apple SD Gothic Neo"/>
              </a:defRPr>
            </a:lvl6pPr>
            <a:lvl7pPr>
              <a:defRPr sz="1875" b="1">
                <a:solidFill>
                  <a:srgbClr val="182C34"/>
                </a:solidFill>
                <a:latin typeface="Apple SD Gothic Neo"/>
                <a:ea typeface="Apple SD Gothic Neo"/>
                <a:cs typeface="Apple SD Gothic Neo"/>
              </a:defRPr>
            </a:lvl7pPr>
            <a:lvl8pPr>
              <a:defRPr sz="1875" b="1">
                <a:solidFill>
                  <a:srgbClr val="182C34"/>
                </a:solidFill>
                <a:latin typeface="Apple SD Gothic Neo"/>
                <a:ea typeface="Apple SD Gothic Neo"/>
                <a:cs typeface="Apple SD Gothic Neo"/>
              </a:defRPr>
            </a:lvl8pPr>
            <a:lvl9pPr>
              <a:defRPr sz="1875" b="1">
                <a:solidFill>
                  <a:srgbClr val="182C34"/>
                </a:solidFill>
                <a:latin typeface="Apple SD Gothic Neo"/>
                <a:ea typeface="Apple SD Gothic Neo"/>
                <a:cs typeface="Apple SD Gothic Neo"/>
              </a:defRPr>
            </a:lvl9pPr>
          </a:lstStyle>
          <a:p xmlns:a="http://schemas.openxmlformats.org/drawingml/2006/main">
            <a:pPr>
              <a:defRPr sz="1875" b="1">
                <a:solidFill>
                  <a:srgbClr val="182C34"/>
                </a:solidFill>
                <a:latin typeface="Apple SD Gothic Neo"/>
                <a:ea typeface="Apple SD Gothic Neo"/>
                <a:cs typeface="Apple SD Gothic Neo"/>
              </a:defRPr>
            </a:pPr>
            <a:r>
              <a:rPr sz="1875" b="1">
                <a:solidFill>
                  <a:srgbClr val="182C34"/>
                </a:solidFill>
                <a:latin typeface="Apple SD Gothic Neo"/>
                <a:ea typeface="Apple SD Gothic Neo"/>
                <a:cs typeface="Apple SD Gothic Neo"/>
              </a:rPr>
              <a:t>답이 있는 35문항 중 19문항 증가</a:t>
            </a:r>
          </a:p>
        </p:txBody>
      </p:sp>
      <p:sp>
        <p:nvSpPr>
          <p:cNvPr id="7" name="">
            <a:extLst xmlns:a="http://schemas.openxmlformats.org/drawingml/2006/main">
              <a:ext uri="{FF2B5EF4-FFF2-40B4-BE49-F238E27FC236}">
                <a16:creationId xmlns:a16="http://schemas.microsoft.com/office/drawing/2014/main" id="{F8E15CC8-95AA-46A3-8ADA-E5D1E0EF7085}"/>
              </a:ext>
            </a:extLst>
          </p:cNvPr>
          <p:cNvSpPr>
            <a:spLocks xmlns:a="http://schemas.openxmlformats.org/drawingml/2006/main" noGrp="1"/>
          </p:cNvSpPr>
          <p:nvPr/>
        </p:nvSpPr>
        <p:spPr>
          <a:xfrm xmlns:a="http://schemas.openxmlformats.org/drawingml/2006/main">
            <a:off x="8096250" y="26765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CB4A29"/>
                </a:solidFill>
                <a:latin typeface="Apple SD Gothic Neo"/>
                <a:ea typeface="Apple SD Gothic Neo"/>
                <a:cs typeface="Apple SD Gothic Neo"/>
              </a:defRPr>
            </a:defPPr>
            <a:lvl1pPr>
              <a:defRPr sz="4350" b="1">
                <a:solidFill>
                  <a:srgbClr val="CB4A29"/>
                </a:solidFill>
                <a:latin typeface="Apple SD Gothic Neo"/>
                <a:ea typeface="Apple SD Gothic Neo"/>
                <a:cs typeface="Apple SD Gothic Neo"/>
              </a:defRPr>
            </a:lvl1pPr>
            <a:lvl2pPr>
              <a:defRPr sz="4350" b="1">
                <a:solidFill>
                  <a:srgbClr val="CB4A29"/>
                </a:solidFill>
                <a:latin typeface="Apple SD Gothic Neo"/>
                <a:ea typeface="Apple SD Gothic Neo"/>
                <a:cs typeface="Apple SD Gothic Neo"/>
              </a:defRPr>
            </a:lvl2pPr>
            <a:lvl3pPr>
              <a:defRPr sz="4350" b="1">
                <a:solidFill>
                  <a:srgbClr val="CB4A29"/>
                </a:solidFill>
                <a:latin typeface="Apple SD Gothic Neo"/>
                <a:ea typeface="Apple SD Gothic Neo"/>
                <a:cs typeface="Apple SD Gothic Neo"/>
              </a:defRPr>
            </a:lvl3pPr>
            <a:lvl4pPr>
              <a:defRPr sz="4350" b="1">
                <a:solidFill>
                  <a:srgbClr val="CB4A29"/>
                </a:solidFill>
                <a:latin typeface="Apple SD Gothic Neo"/>
                <a:ea typeface="Apple SD Gothic Neo"/>
                <a:cs typeface="Apple SD Gothic Neo"/>
              </a:defRPr>
            </a:lvl4pPr>
            <a:lvl5pPr>
              <a:defRPr sz="4350" b="1">
                <a:solidFill>
                  <a:srgbClr val="CB4A29"/>
                </a:solidFill>
                <a:latin typeface="Apple SD Gothic Neo"/>
                <a:ea typeface="Apple SD Gothic Neo"/>
                <a:cs typeface="Apple SD Gothic Neo"/>
              </a:defRPr>
            </a:lvl5pPr>
            <a:lvl6pPr>
              <a:defRPr sz="4350" b="1">
                <a:solidFill>
                  <a:srgbClr val="CB4A29"/>
                </a:solidFill>
                <a:latin typeface="Apple SD Gothic Neo"/>
                <a:ea typeface="Apple SD Gothic Neo"/>
                <a:cs typeface="Apple SD Gothic Neo"/>
              </a:defRPr>
            </a:lvl6pPr>
            <a:lvl7pPr>
              <a:defRPr sz="4350" b="1">
                <a:solidFill>
                  <a:srgbClr val="CB4A29"/>
                </a:solidFill>
                <a:latin typeface="Apple SD Gothic Neo"/>
                <a:ea typeface="Apple SD Gothic Neo"/>
                <a:cs typeface="Apple SD Gothic Neo"/>
              </a:defRPr>
            </a:lvl7pPr>
            <a:lvl8pPr>
              <a:defRPr sz="4350" b="1">
                <a:solidFill>
                  <a:srgbClr val="CB4A29"/>
                </a:solidFill>
                <a:latin typeface="Apple SD Gothic Neo"/>
                <a:ea typeface="Apple SD Gothic Neo"/>
                <a:cs typeface="Apple SD Gothic Neo"/>
              </a:defRPr>
            </a:lvl8pPr>
            <a:lvl9pPr>
              <a:defRPr sz="4350" b="1">
                <a:solidFill>
                  <a:srgbClr val="CB4A29"/>
                </a:solidFill>
                <a:latin typeface="Apple SD Gothic Neo"/>
                <a:ea typeface="Apple SD Gothic Neo"/>
                <a:cs typeface="Apple SD Gothic Neo"/>
              </a:defRPr>
            </a:lvl9pPr>
          </a:lstStyle>
          <a:p xmlns:a="http://schemas.openxmlformats.org/drawingml/2006/main">
            <a:pPr>
              <a:defRPr sz="4350" b="1">
                <a:solidFill>
                  <a:srgbClr val="CB4A29"/>
                </a:solidFill>
                <a:latin typeface="Apple SD Gothic Neo"/>
                <a:ea typeface="Apple SD Gothic Neo"/>
                <a:cs typeface="Apple SD Gothic Neo"/>
              </a:defRPr>
            </a:pPr>
            <a:r>
              <a:rPr sz="4350" b="1">
                <a:solidFill>
                  <a:srgbClr val="CB4A29"/>
                </a:solidFill>
                <a:latin typeface="Apple SD Gothic Neo"/>
                <a:ea typeface="Apple SD Gothic Neo"/>
                <a:cs typeface="Apple SD Gothic Neo"/>
              </a:rPr>
              <a:t>14 / 35</a:t>
            </a:r>
          </a:p>
        </p:txBody>
      </p:sp>
      <p:sp>
        <p:nvSpPr>
          <p:cNvPr id="8" name="">
            <a:extLst xmlns:a="http://schemas.openxmlformats.org/drawingml/2006/main">
              <a:ext uri="{FF2B5EF4-FFF2-40B4-BE49-F238E27FC236}">
                <a16:creationId xmlns:a16="http://schemas.microsoft.com/office/drawing/2014/main" id="{C9DC113E-9D2A-4E66-B39A-5884F2DF6752}"/>
              </a:ext>
            </a:extLst>
          </p:cNvPr>
          <p:cNvSpPr>
            <a:spLocks xmlns:a="http://schemas.openxmlformats.org/drawingml/2006/main" noGrp="1"/>
          </p:cNvSpPr>
          <p:nvPr/>
        </p:nvSpPr>
        <p:spPr>
          <a:xfrm xmlns:a="http://schemas.openxmlformats.org/drawingml/2006/main">
            <a:off x="8134350" y="35623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2C34"/>
                </a:solidFill>
                <a:latin typeface="Apple SD Gothic Neo"/>
                <a:ea typeface="Apple SD Gothic Neo"/>
                <a:cs typeface="Apple SD Gothic Neo"/>
              </a:defRPr>
            </a:defPPr>
            <a:lvl1pPr>
              <a:defRPr sz="1950" b="1">
                <a:solidFill>
                  <a:srgbClr val="182C34"/>
                </a:solidFill>
                <a:latin typeface="Apple SD Gothic Neo"/>
                <a:ea typeface="Apple SD Gothic Neo"/>
                <a:cs typeface="Apple SD Gothic Neo"/>
              </a:defRPr>
            </a:lvl1pPr>
            <a:lvl2pPr>
              <a:defRPr sz="1950" b="1">
                <a:solidFill>
                  <a:srgbClr val="182C34"/>
                </a:solidFill>
                <a:latin typeface="Apple SD Gothic Neo"/>
                <a:ea typeface="Apple SD Gothic Neo"/>
                <a:cs typeface="Apple SD Gothic Neo"/>
              </a:defRPr>
            </a:lvl2pPr>
            <a:lvl3pPr>
              <a:defRPr sz="1950" b="1">
                <a:solidFill>
                  <a:srgbClr val="182C34"/>
                </a:solidFill>
                <a:latin typeface="Apple SD Gothic Neo"/>
                <a:ea typeface="Apple SD Gothic Neo"/>
                <a:cs typeface="Apple SD Gothic Neo"/>
              </a:defRPr>
            </a:lvl3pPr>
            <a:lvl4pPr>
              <a:defRPr sz="1950" b="1">
                <a:solidFill>
                  <a:srgbClr val="182C34"/>
                </a:solidFill>
                <a:latin typeface="Apple SD Gothic Neo"/>
                <a:ea typeface="Apple SD Gothic Neo"/>
                <a:cs typeface="Apple SD Gothic Neo"/>
              </a:defRPr>
            </a:lvl4pPr>
            <a:lvl5pPr>
              <a:defRPr sz="1950" b="1">
                <a:solidFill>
                  <a:srgbClr val="182C34"/>
                </a:solidFill>
                <a:latin typeface="Apple SD Gothic Neo"/>
                <a:ea typeface="Apple SD Gothic Neo"/>
                <a:cs typeface="Apple SD Gothic Neo"/>
              </a:defRPr>
            </a:lvl5pPr>
            <a:lvl6pPr>
              <a:defRPr sz="1950" b="1">
                <a:solidFill>
                  <a:srgbClr val="182C34"/>
                </a:solidFill>
                <a:latin typeface="Apple SD Gothic Neo"/>
                <a:ea typeface="Apple SD Gothic Neo"/>
                <a:cs typeface="Apple SD Gothic Neo"/>
              </a:defRPr>
            </a:lvl6pPr>
            <a:lvl7pPr>
              <a:defRPr sz="1950" b="1">
                <a:solidFill>
                  <a:srgbClr val="182C34"/>
                </a:solidFill>
                <a:latin typeface="Apple SD Gothic Neo"/>
                <a:ea typeface="Apple SD Gothic Neo"/>
                <a:cs typeface="Apple SD Gothic Neo"/>
              </a:defRPr>
            </a:lvl7pPr>
            <a:lvl8pPr>
              <a:defRPr sz="1950" b="1">
                <a:solidFill>
                  <a:srgbClr val="182C34"/>
                </a:solidFill>
                <a:latin typeface="Apple SD Gothic Neo"/>
                <a:ea typeface="Apple SD Gothic Neo"/>
                <a:cs typeface="Apple SD Gothic Neo"/>
              </a:defRPr>
            </a:lvl8pPr>
            <a:lvl9pPr>
              <a:defRPr sz="1950" b="1">
                <a:solidFill>
                  <a:srgbClr val="182C34"/>
                </a:solidFill>
                <a:latin typeface="Apple SD Gothic Neo"/>
                <a:ea typeface="Apple SD Gothic Neo"/>
                <a:cs typeface="Apple SD Gothic Neo"/>
              </a:defRPr>
            </a:lvl9pPr>
          </a:lstStyle>
          <a:p xmlns:a="http://schemas.openxmlformats.org/drawingml/2006/main">
            <a:pP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정답 근거 인용</a:t>
            </a:r>
          </a:p>
        </p:txBody>
      </p:sp>
      <p:sp>
        <p:nvSpPr>
          <p:cNvPr id="9" name="">
            <a:extLst xmlns:a="http://schemas.openxmlformats.org/drawingml/2006/main">
              <a:ext uri="{FF2B5EF4-FFF2-40B4-BE49-F238E27FC236}">
                <a16:creationId xmlns:a16="http://schemas.microsoft.com/office/drawing/2014/main" id="{5095FBF5-80DA-415D-A8B9-89BC33294591}"/>
              </a:ext>
            </a:extLst>
          </p:cNvPr>
          <p:cNvSpPr>
            <a:spLocks xmlns:a="http://schemas.openxmlformats.org/drawingml/2006/main" noGrp="1"/>
          </p:cNvSpPr>
          <p:nvPr/>
        </p:nvSpPr>
        <p:spPr>
          <a:xfrm xmlns:a="http://schemas.openxmlformats.org/drawingml/2006/main">
            <a:off x="8134350" y="437197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 기준 27 / 35 미달</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답함은 정답률이 아닙니다.</a:t>
            </a:r>
          </a:p>
        </p:txBody>
      </p:sp>
      <p:sp>
        <p:nvSpPr>
          <p:cNvPr id="10" name="">
            <a:extLst xmlns:a="http://schemas.openxmlformats.org/drawingml/2006/main">
              <a:ext uri="{FF2B5EF4-FFF2-40B4-BE49-F238E27FC236}">
                <a16:creationId xmlns:a16="http://schemas.microsoft.com/office/drawing/2014/main" id="{A8BABAA2-5B5D-4E31-95FD-B9F15FF86CD9}"/>
              </a:ext>
            </a:extLst>
          </p:cNvPr>
          <p:cNvSpPr>
            <a:spLocks xmlns:a="http://schemas.openxmlformats.org/drawingml/2006/main" noGrp="1"/>
          </p:cNvSpPr>
          <p:nvPr/>
        </p:nvSpPr>
        <p:spPr>
          <a:xfrm xmlns:a="http://schemas.openxmlformats.org/drawingml/2006/main">
            <a:off x="647700" y="6096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CB4A29"/>
                </a:solidFill>
                <a:latin typeface="Apple SD Gothic Neo"/>
                <a:ea typeface="Apple SD Gothic Neo"/>
                <a:cs typeface="Apple SD Gothic Neo"/>
              </a:defRPr>
            </a:defPPr>
            <a:lvl1pPr>
              <a:defRPr sz="1800" b="1">
                <a:solidFill>
                  <a:srgbClr val="CB4A29"/>
                </a:solidFill>
                <a:latin typeface="Apple SD Gothic Neo"/>
                <a:ea typeface="Apple SD Gothic Neo"/>
                <a:cs typeface="Apple SD Gothic Neo"/>
              </a:defRPr>
            </a:lvl1pPr>
            <a:lvl2pPr>
              <a:defRPr sz="1800" b="1">
                <a:solidFill>
                  <a:srgbClr val="CB4A29"/>
                </a:solidFill>
                <a:latin typeface="Apple SD Gothic Neo"/>
                <a:ea typeface="Apple SD Gothic Neo"/>
                <a:cs typeface="Apple SD Gothic Neo"/>
              </a:defRPr>
            </a:lvl2pPr>
            <a:lvl3pPr>
              <a:defRPr sz="1800" b="1">
                <a:solidFill>
                  <a:srgbClr val="CB4A29"/>
                </a:solidFill>
                <a:latin typeface="Apple SD Gothic Neo"/>
                <a:ea typeface="Apple SD Gothic Neo"/>
                <a:cs typeface="Apple SD Gothic Neo"/>
              </a:defRPr>
            </a:lvl3pPr>
            <a:lvl4pPr>
              <a:defRPr sz="1800" b="1">
                <a:solidFill>
                  <a:srgbClr val="CB4A29"/>
                </a:solidFill>
                <a:latin typeface="Apple SD Gothic Neo"/>
                <a:ea typeface="Apple SD Gothic Neo"/>
                <a:cs typeface="Apple SD Gothic Neo"/>
              </a:defRPr>
            </a:lvl4pPr>
            <a:lvl5pPr>
              <a:defRPr sz="1800" b="1">
                <a:solidFill>
                  <a:srgbClr val="CB4A29"/>
                </a:solidFill>
                <a:latin typeface="Apple SD Gothic Neo"/>
                <a:ea typeface="Apple SD Gothic Neo"/>
                <a:cs typeface="Apple SD Gothic Neo"/>
              </a:defRPr>
            </a:lvl5pPr>
            <a:lvl6pPr>
              <a:defRPr sz="1800" b="1">
                <a:solidFill>
                  <a:srgbClr val="CB4A29"/>
                </a:solidFill>
                <a:latin typeface="Apple SD Gothic Neo"/>
                <a:ea typeface="Apple SD Gothic Neo"/>
                <a:cs typeface="Apple SD Gothic Neo"/>
              </a:defRPr>
            </a:lvl6pPr>
            <a:lvl7pPr>
              <a:defRPr sz="1800" b="1">
                <a:solidFill>
                  <a:srgbClr val="CB4A29"/>
                </a:solidFill>
                <a:latin typeface="Apple SD Gothic Neo"/>
                <a:ea typeface="Apple SD Gothic Neo"/>
                <a:cs typeface="Apple SD Gothic Neo"/>
              </a:defRPr>
            </a:lvl7pPr>
            <a:lvl8pPr>
              <a:defRPr sz="1800" b="1">
                <a:solidFill>
                  <a:srgbClr val="CB4A29"/>
                </a:solidFill>
                <a:latin typeface="Apple SD Gothic Neo"/>
                <a:ea typeface="Apple SD Gothic Neo"/>
                <a:cs typeface="Apple SD Gothic Neo"/>
              </a:defRPr>
            </a:lvl8pPr>
            <a:lvl9pPr>
              <a:defRPr sz="1800" b="1">
                <a:solidFill>
                  <a:srgbClr val="CB4A29"/>
                </a:solidFill>
                <a:latin typeface="Apple SD Gothic Neo"/>
                <a:ea typeface="Apple SD Gothic Neo"/>
                <a:cs typeface="Apple SD Gothic Neo"/>
              </a:defRPr>
            </a:lvl9pPr>
          </a:lstStyle>
          <a:p xmlns:a="http://schemas.openxmlformats.org/drawingml/2006/main">
            <a:pPr>
              <a:defRPr sz="1800" b="1">
                <a:solidFill>
                  <a:srgbClr val="CB4A29"/>
                </a:solidFill>
                <a:latin typeface="Apple SD Gothic Neo"/>
                <a:ea typeface="Apple SD Gothic Neo"/>
                <a:cs typeface="Apple SD Gothic Neo"/>
              </a:defRPr>
            </a:pPr>
            <a:r>
              <a:rPr sz="1800" b="1">
                <a:solidFill>
                  <a:srgbClr val="CB4A29"/>
                </a:solidFill>
                <a:latin typeface="Apple SD Gothic Neo"/>
                <a:ea typeface="Apple SD Gothic Neo"/>
                <a:cs typeface="Apple SD Gothic Neo"/>
              </a:rPr>
              <a:t>별도 test30 답 없음 거절: hybrid 17/19, S30h 11/19</a:t>
            </a:r>
          </a:p>
        </p:txBody>
      </p:sp>
    </p:spTree>
    <p:extLst>
      <p:ext uri="{BB962C8B-B14F-4D97-AF65-F5344CB8AC3E}">
        <p14:creationId xmlns:p14="http://schemas.microsoft.com/office/powerpoint/2010/main" val="378528511"/>
      </p:ext>
    </p:extLst>
  </p:cSld>
</p:sld>
</file>

<file path=ppt/slides/slide13.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0C19DD-3DE3-4DB4-A8AB-78BBBC633486}"/>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C2BF8903-3E9E-4A0A-A2C4-5E9E4F03AD17}"/>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시연</a:t>
            </a:r>
          </a:p>
        </p:txBody>
      </p:sp>
      <p:sp>
        <p:nvSpPr>
          <p:cNvPr id="3" name="">
            <a:extLst xmlns:a="http://schemas.openxmlformats.org/drawingml/2006/main">
              <a:ext uri="{FF2B5EF4-FFF2-40B4-BE49-F238E27FC236}">
                <a16:creationId xmlns:a16="http://schemas.microsoft.com/office/drawing/2014/main" id="{9577B323-915B-4547-9C0F-F0BF0D7F0DF3}"/>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CD7FE86F-A525-4EEA-997F-4D69424FB6E4}"/>
              </a:ext>
            </a:extLst>
          </p:cNvPr>
          <p:cNvSpPr>
            <a:spLocks xmlns:a="http://schemas.openxmlformats.org/drawingml/2006/main" noGrp="1"/>
          </p:cNvSpPr>
          <p:nvPr/>
        </p:nvSpPr>
        <p:spPr>
          <a:xfrm xmlns:a="http://schemas.openxmlformats.org/drawingml/2006/main">
            <a:off x="628650" y="2476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FFFFFF"/>
                </a:solidFill>
                <a:latin typeface="Apple SD Gothic Neo"/>
                <a:ea typeface="Apple SD Gothic Neo"/>
                <a:cs typeface="Apple SD Gothic Neo"/>
              </a:defRPr>
            </a:defPPr>
            <a:lvl1pPr>
              <a:defRPr sz="5175" b="1">
                <a:solidFill>
                  <a:srgbClr val="FFFFFF"/>
                </a:solidFill>
                <a:latin typeface="Apple SD Gothic Neo"/>
                <a:ea typeface="Apple SD Gothic Neo"/>
                <a:cs typeface="Apple SD Gothic Neo"/>
              </a:defRPr>
            </a:lvl1pPr>
            <a:lvl2pPr>
              <a:defRPr sz="5175" b="1">
                <a:solidFill>
                  <a:srgbClr val="FFFFFF"/>
                </a:solidFill>
                <a:latin typeface="Apple SD Gothic Neo"/>
                <a:ea typeface="Apple SD Gothic Neo"/>
                <a:cs typeface="Apple SD Gothic Neo"/>
              </a:defRPr>
            </a:lvl2pPr>
            <a:lvl3pPr>
              <a:defRPr sz="5175" b="1">
                <a:solidFill>
                  <a:srgbClr val="FFFFFF"/>
                </a:solidFill>
                <a:latin typeface="Apple SD Gothic Neo"/>
                <a:ea typeface="Apple SD Gothic Neo"/>
                <a:cs typeface="Apple SD Gothic Neo"/>
              </a:defRPr>
            </a:lvl3pPr>
            <a:lvl4pPr>
              <a:defRPr sz="5175" b="1">
                <a:solidFill>
                  <a:srgbClr val="FFFFFF"/>
                </a:solidFill>
                <a:latin typeface="Apple SD Gothic Neo"/>
                <a:ea typeface="Apple SD Gothic Neo"/>
                <a:cs typeface="Apple SD Gothic Neo"/>
              </a:defRPr>
            </a:lvl4pPr>
            <a:lvl5pPr>
              <a:defRPr sz="5175" b="1">
                <a:solidFill>
                  <a:srgbClr val="FFFFFF"/>
                </a:solidFill>
                <a:latin typeface="Apple SD Gothic Neo"/>
                <a:ea typeface="Apple SD Gothic Neo"/>
                <a:cs typeface="Apple SD Gothic Neo"/>
              </a:defRPr>
            </a:lvl5pPr>
            <a:lvl6pPr>
              <a:defRPr sz="5175" b="1">
                <a:solidFill>
                  <a:srgbClr val="FFFFFF"/>
                </a:solidFill>
                <a:latin typeface="Apple SD Gothic Neo"/>
                <a:ea typeface="Apple SD Gothic Neo"/>
                <a:cs typeface="Apple SD Gothic Neo"/>
              </a:defRPr>
            </a:lvl6pPr>
            <a:lvl7pPr>
              <a:defRPr sz="5175" b="1">
                <a:solidFill>
                  <a:srgbClr val="FFFFFF"/>
                </a:solidFill>
                <a:latin typeface="Apple SD Gothic Neo"/>
                <a:ea typeface="Apple SD Gothic Neo"/>
                <a:cs typeface="Apple SD Gothic Neo"/>
              </a:defRPr>
            </a:lvl7pPr>
            <a:lvl8pPr>
              <a:defRPr sz="5175" b="1">
                <a:solidFill>
                  <a:srgbClr val="FFFFFF"/>
                </a:solidFill>
                <a:latin typeface="Apple SD Gothic Neo"/>
                <a:ea typeface="Apple SD Gothic Neo"/>
                <a:cs typeface="Apple SD Gothic Neo"/>
              </a:defRPr>
            </a:lvl8pPr>
            <a:lvl9pPr>
              <a:defRPr sz="5175" b="1">
                <a:solidFill>
                  <a:srgbClr val="FFFFFF"/>
                </a:solidFill>
                <a:latin typeface="Apple SD Gothic Neo"/>
                <a:ea typeface="Apple SD Gothic Neo"/>
                <a:cs typeface="Apple SD Gothic Neo"/>
              </a:defRPr>
            </a:lvl9pPr>
          </a:lstStyle>
          <a:p xmlns:a="http://schemas.openxmlformats.org/drawingml/2006/main">
            <a:pPr>
              <a:defRPr sz="5175" b="1">
                <a:solidFill>
                  <a:srgbClr val="FFFFFF"/>
                </a:solidFill>
                <a:latin typeface="Apple SD Gothic Neo"/>
                <a:ea typeface="Apple SD Gothic Neo"/>
                <a:cs typeface="Apple SD Gothic Neo"/>
              </a:defRPr>
            </a:pPr>
            <a:r>
              <a:rPr sz="5175" b="1">
                <a:solidFill>
                  <a:srgbClr val="FFFFFF"/>
                </a:solidFill>
                <a:latin typeface="Apple SD Gothic Neo"/>
                <a:ea typeface="Apple SD Gothic Neo"/>
                <a:cs typeface="Apple SD Gothic Neo"/>
              </a:rPr>
              <a:t>5분 시연 영상</a:t>
            </a:r>
          </a:p>
        </p:txBody>
      </p:sp>
      <p:sp>
        <p:nvSpPr>
          <p:cNvPr id="5" name="">
            <a:extLst xmlns:a="http://schemas.openxmlformats.org/drawingml/2006/main">
              <a:ext uri="{FF2B5EF4-FFF2-40B4-BE49-F238E27FC236}">
                <a16:creationId xmlns:a16="http://schemas.microsoft.com/office/drawing/2014/main" id="{5C218B90-AA16-4201-B3CD-BA446258BC54}"/>
              </a:ext>
            </a:extLst>
          </p:cNvPr>
          <p:cNvSpPr>
            <a:spLocks xmlns:a="http://schemas.openxmlformats.org/drawingml/2006/main" noGrp="1"/>
          </p:cNvSpPr>
          <p:nvPr/>
        </p:nvSpPr>
        <p:spPr>
          <a:xfrm xmlns:a="http://schemas.openxmlformats.org/drawingml/2006/main">
            <a:off x="676275" y="3914775"/>
            <a:ext cx="10572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C3D5D7"/>
                </a:solidFill>
                <a:latin typeface="Apple SD Gothic Neo"/>
                <a:ea typeface="Apple SD Gothic Neo"/>
                <a:cs typeface="Apple SD Gothic Neo"/>
              </a:defRPr>
            </a:defPPr>
            <a:lvl1pPr>
              <a:defRPr sz="2700" b="0">
                <a:solidFill>
                  <a:srgbClr val="C3D5D7"/>
                </a:solidFill>
                <a:latin typeface="Apple SD Gothic Neo"/>
                <a:ea typeface="Apple SD Gothic Neo"/>
                <a:cs typeface="Apple SD Gothic Neo"/>
              </a:defRPr>
            </a:lvl1pPr>
            <a:lvl2pPr>
              <a:defRPr sz="2700" b="0">
                <a:solidFill>
                  <a:srgbClr val="C3D5D7"/>
                </a:solidFill>
                <a:latin typeface="Apple SD Gothic Neo"/>
                <a:ea typeface="Apple SD Gothic Neo"/>
                <a:cs typeface="Apple SD Gothic Neo"/>
              </a:defRPr>
            </a:lvl2pPr>
            <a:lvl3pPr>
              <a:defRPr sz="2700" b="0">
                <a:solidFill>
                  <a:srgbClr val="C3D5D7"/>
                </a:solidFill>
                <a:latin typeface="Apple SD Gothic Neo"/>
                <a:ea typeface="Apple SD Gothic Neo"/>
                <a:cs typeface="Apple SD Gothic Neo"/>
              </a:defRPr>
            </a:lvl3pPr>
            <a:lvl4pPr>
              <a:defRPr sz="2700" b="0">
                <a:solidFill>
                  <a:srgbClr val="C3D5D7"/>
                </a:solidFill>
                <a:latin typeface="Apple SD Gothic Neo"/>
                <a:ea typeface="Apple SD Gothic Neo"/>
                <a:cs typeface="Apple SD Gothic Neo"/>
              </a:defRPr>
            </a:lvl4pPr>
            <a:lvl5pPr>
              <a:defRPr sz="2700" b="0">
                <a:solidFill>
                  <a:srgbClr val="C3D5D7"/>
                </a:solidFill>
                <a:latin typeface="Apple SD Gothic Neo"/>
                <a:ea typeface="Apple SD Gothic Neo"/>
                <a:cs typeface="Apple SD Gothic Neo"/>
              </a:defRPr>
            </a:lvl5pPr>
            <a:lvl6pPr>
              <a:defRPr sz="2700" b="0">
                <a:solidFill>
                  <a:srgbClr val="C3D5D7"/>
                </a:solidFill>
                <a:latin typeface="Apple SD Gothic Neo"/>
                <a:ea typeface="Apple SD Gothic Neo"/>
                <a:cs typeface="Apple SD Gothic Neo"/>
              </a:defRPr>
            </a:lvl6pPr>
            <a:lvl7pPr>
              <a:defRPr sz="2700" b="0">
                <a:solidFill>
                  <a:srgbClr val="C3D5D7"/>
                </a:solidFill>
                <a:latin typeface="Apple SD Gothic Neo"/>
                <a:ea typeface="Apple SD Gothic Neo"/>
                <a:cs typeface="Apple SD Gothic Neo"/>
              </a:defRPr>
            </a:lvl7pPr>
            <a:lvl8pPr>
              <a:defRPr sz="2700" b="0">
                <a:solidFill>
                  <a:srgbClr val="C3D5D7"/>
                </a:solidFill>
                <a:latin typeface="Apple SD Gothic Neo"/>
                <a:ea typeface="Apple SD Gothic Neo"/>
                <a:cs typeface="Apple SD Gothic Neo"/>
              </a:defRPr>
            </a:lvl8pPr>
            <a:lvl9pPr>
              <a:defRPr sz="2700" b="0">
                <a:solidFill>
                  <a:srgbClr val="C3D5D7"/>
                </a:solidFill>
                <a:latin typeface="Apple SD Gothic Neo"/>
                <a:ea typeface="Apple SD Gothic Neo"/>
                <a:cs typeface="Apple SD Gothic Neo"/>
              </a:defRPr>
            </a:lvl9pPr>
          </a:lstStyle>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촬영과 분류</a:t>
            </a:r>
          </a:p>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질문과 근거 확인</a:t>
            </a:r>
          </a:p>
          <a:p xmlns:a="http://schemas.openxmlformats.org/drawingml/2006/main">
            <a:pPr>
              <a:defRPr sz="2700" b="0">
                <a:solidFill>
                  <a:srgbClr val="C3D5D7"/>
                </a:solidFill>
                <a:latin typeface="Apple SD Gothic Neo"/>
                <a:ea typeface="Apple SD Gothic Neo"/>
                <a:cs typeface="Apple SD Gothic Neo"/>
              </a:defRPr>
            </a:pPr>
            <a:r>
              <a:rPr sz="2700" b="0">
                <a:solidFill>
                  <a:srgbClr val="C3D5D7"/>
                </a:solidFill>
                <a:latin typeface="Apple SD Gothic Neo"/>
                <a:ea typeface="Apple SD Gothic Neo"/>
                <a:cs typeface="Apple SD Gothic Neo"/>
              </a:rPr>
              <a:t>조치 기록과 후속 인계</a:t>
            </a:r>
          </a:p>
        </p:txBody>
      </p:sp>
      <p:sp>
        <p:nvSpPr>
          <p:cNvPr id="6" name="">
            <a:extLst xmlns:a="http://schemas.openxmlformats.org/drawingml/2006/main">
              <a:ext uri="{FF2B5EF4-FFF2-40B4-BE49-F238E27FC236}">
                <a16:creationId xmlns:a16="http://schemas.microsoft.com/office/drawing/2014/main" id="{401B0559-FEA9-4954-8F62-66BC693BEB60}"/>
              </a:ext>
            </a:extLst>
          </p:cNvPr>
          <p:cNvSpPr>
            <a:spLocks xmlns:a="http://schemas.openxmlformats.org/drawingml/2006/main" noGrp="1"/>
          </p:cNvSpPr>
          <p:nvPr/>
        </p:nvSpPr>
        <p:spPr>
          <a:xfrm xmlns:a="http://schemas.openxmlformats.org/drawingml/2006/main">
            <a:off x="676275" y="5981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5B39B"/>
                </a:solidFill>
                <a:latin typeface="Apple SD Gothic Neo"/>
                <a:ea typeface="Apple SD Gothic Neo"/>
                <a:cs typeface="Apple SD Gothic Neo"/>
              </a:defRPr>
            </a:defPPr>
            <a:lvl1pPr>
              <a:defRPr sz="1950" b="0">
                <a:solidFill>
                  <a:srgbClr val="F5B39B"/>
                </a:solidFill>
                <a:latin typeface="Apple SD Gothic Neo"/>
                <a:ea typeface="Apple SD Gothic Neo"/>
                <a:cs typeface="Apple SD Gothic Neo"/>
              </a:defRPr>
            </a:lvl1pPr>
            <a:lvl2pPr>
              <a:defRPr sz="1950" b="0">
                <a:solidFill>
                  <a:srgbClr val="F5B39B"/>
                </a:solidFill>
                <a:latin typeface="Apple SD Gothic Neo"/>
                <a:ea typeface="Apple SD Gothic Neo"/>
                <a:cs typeface="Apple SD Gothic Neo"/>
              </a:defRPr>
            </a:lvl2pPr>
            <a:lvl3pPr>
              <a:defRPr sz="1950" b="0">
                <a:solidFill>
                  <a:srgbClr val="F5B39B"/>
                </a:solidFill>
                <a:latin typeface="Apple SD Gothic Neo"/>
                <a:ea typeface="Apple SD Gothic Neo"/>
                <a:cs typeface="Apple SD Gothic Neo"/>
              </a:defRPr>
            </a:lvl3pPr>
            <a:lvl4pPr>
              <a:defRPr sz="1950" b="0">
                <a:solidFill>
                  <a:srgbClr val="F5B39B"/>
                </a:solidFill>
                <a:latin typeface="Apple SD Gothic Neo"/>
                <a:ea typeface="Apple SD Gothic Neo"/>
                <a:cs typeface="Apple SD Gothic Neo"/>
              </a:defRPr>
            </a:lvl4pPr>
            <a:lvl5pPr>
              <a:defRPr sz="1950" b="0">
                <a:solidFill>
                  <a:srgbClr val="F5B39B"/>
                </a:solidFill>
                <a:latin typeface="Apple SD Gothic Neo"/>
                <a:ea typeface="Apple SD Gothic Neo"/>
                <a:cs typeface="Apple SD Gothic Neo"/>
              </a:defRPr>
            </a:lvl5pPr>
            <a:lvl6pPr>
              <a:defRPr sz="1950" b="0">
                <a:solidFill>
                  <a:srgbClr val="F5B39B"/>
                </a:solidFill>
                <a:latin typeface="Apple SD Gothic Neo"/>
                <a:ea typeface="Apple SD Gothic Neo"/>
                <a:cs typeface="Apple SD Gothic Neo"/>
              </a:defRPr>
            </a:lvl6pPr>
            <a:lvl7pPr>
              <a:defRPr sz="1950" b="0">
                <a:solidFill>
                  <a:srgbClr val="F5B39B"/>
                </a:solidFill>
                <a:latin typeface="Apple SD Gothic Neo"/>
                <a:ea typeface="Apple SD Gothic Neo"/>
                <a:cs typeface="Apple SD Gothic Neo"/>
              </a:defRPr>
            </a:lvl7pPr>
            <a:lvl8pPr>
              <a:defRPr sz="1950" b="0">
                <a:solidFill>
                  <a:srgbClr val="F5B39B"/>
                </a:solidFill>
                <a:latin typeface="Apple SD Gothic Neo"/>
                <a:ea typeface="Apple SD Gothic Neo"/>
                <a:cs typeface="Apple SD Gothic Neo"/>
              </a:defRPr>
            </a:lvl8pPr>
            <a:lvl9pPr>
              <a:defRPr sz="1950" b="0">
                <a:solidFill>
                  <a:srgbClr val="F5B39B"/>
                </a:solidFill>
                <a:latin typeface="Apple SD Gothic Neo"/>
                <a:ea typeface="Apple SD Gothic Neo"/>
                <a:cs typeface="Apple SD Gothic Neo"/>
              </a:defRPr>
            </a:lvl9pPr>
          </a:lstStyle>
          <a:p xmlns:a="http://schemas.openxmlformats.org/drawingml/2006/main">
            <a:pPr>
              <a:defRPr sz="1950" b="0">
                <a:solidFill>
                  <a:srgbClr val="F5B39B"/>
                </a:solidFill>
                <a:latin typeface="Apple SD Gothic Neo"/>
                <a:ea typeface="Apple SD Gothic Neo"/>
                <a:cs typeface="Apple SD Gothic Neo"/>
              </a:defRPr>
            </a:pPr>
            <a:r>
              <a:rPr sz="1950" b="0">
                <a:solidFill>
                  <a:srgbClr val="F5B39B"/>
                </a:solidFill>
                <a:latin typeface="Apple SD Gothic Neo"/>
                <a:ea typeface="Apple SD Gothic Neo"/>
                <a:cs typeface="Apple SD Gothic Neo"/>
              </a:rPr>
              <a:t>영상 뒤에 한계·문제 해결·개선 방향을 설명합니다.</a:t>
            </a:r>
          </a:p>
        </p:txBody>
      </p:sp>
    </p:spTree>
    <p:extLst>
      <p:ext uri="{BB962C8B-B14F-4D97-AF65-F5344CB8AC3E}">
        <p14:creationId xmlns:p14="http://schemas.microsoft.com/office/powerpoint/2010/main" val="400333951"/>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BD459D-814C-4156-AA47-BB652FE88E72}"/>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5F043ED3-0120-4C90-A6C4-4AAFD4ACAB9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시연에서 확인할 한계</a:t>
            </a:r>
          </a:p>
        </p:txBody>
      </p:sp>
      <p:sp>
        <p:nvSpPr>
          <p:cNvPr id="3" name="">
            <a:extLst xmlns:a="http://schemas.openxmlformats.org/drawingml/2006/main">
              <a:ext uri="{FF2B5EF4-FFF2-40B4-BE49-F238E27FC236}">
                <a16:creationId xmlns:a16="http://schemas.microsoft.com/office/drawing/2014/main" id="{7336E923-CC5F-4463-BE6B-D33E98C44A3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14</a:t>
            </a:r>
          </a:p>
        </p:txBody>
      </p:sp>
      <p:sp>
        <p:nvSpPr>
          <p:cNvPr id="4" name="">
            <a:extLst xmlns:a="http://schemas.openxmlformats.org/drawingml/2006/main">
              <a:ext uri="{FF2B5EF4-FFF2-40B4-BE49-F238E27FC236}">
                <a16:creationId xmlns:a16="http://schemas.microsoft.com/office/drawing/2014/main" id="{5B984FE3-1AD7-465A-BCD9-E9DF9B4CA15D}"/>
              </a:ext>
            </a:extLst>
          </p:cNvPr>
          <p:cNvSpPr>
            <a:spLocks xmlns:a="http://schemas.openxmlformats.org/drawingml/2006/main" noGrp="1"/>
          </p:cNvSpPr>
          <p:nvPr/>
        </p:nvSpPr>
        <p:spPr>
          <a:xfrm xmlns:a="http://schemas.openxmlformats.org/drawingml/2006/main">
            <a:off x="619125" y="23812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A5D3F7D4-1B76-4FF0-8A89-BFBAC2D42CEB}"/>
              </a:ext>
            </a:extLst>
          </p:cNvPr>
          <p:cNvSpPr>
            <a:spLocks xmlns:a="http://schemas.openxmlformats.org/drawingml/2006/main" noGrp="1"/>
          </p:cNvSpPr>
          <p:nvPr/>
        </p:nvSpPr>
        <p:spPr>
          <a:xfrm xmlns:a="http://schemas.openxmlformats.org/drawingml/2006/main">
            <a:off x="1762125" y="238125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설비 종류와 개별 자산은 구분</a:t>
            </a:r>
          </a:p>
        </p:txBody>
      </p:sp>
      <p:sp>
        <p:nvSpPr>
          <p:cNvPr id="6" name="">
            <a:extLst xmlns:a="http://schemas.openxmlformats.org/drawingml/2006/main">
              <a:ext uri="{FF2B5EF4-FFF2-40B4-BE49-F238E27FC236}">
                <a16:creationId xmlns:a16="http://schemas.microsoft.com/office/drawing/2014/main" id="{1A108311-333B-4994-9A95-875245E301C5}"/>
              </a:ext>
            </a:extLst>
          </p:cNvPr>
          <p:cNvSpPr>
            <a:spLocks xmlns:a="http://schemas.openxmlformats.org/drawingml/2006/main" noGrp="1"/>
          </p:cNvSpPr>
          <p:nvPr/>
        </p:nvSpPr>
        <p:spPr>
          <a:xfrm xmlns:a="http://schemas.openxmlformats.org/drawingml/2006/main">
            <a:off x="619125" y="3286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58E7985-CC72-4BB3-BD98-2F8EC5BBC8E4}"/>
              </a:ext>
            </a:extLst>
          </p:cNvPr>
          <p:cNvSpPr>
            <a:spLocks xmlns:a="http://schemas.openxmlformats.org/drawingml/2006/main" noGrp="1"/>
          </p:cNvSpPr>
          <p:nvPr/>
        </p:nvSpPr>
        <p:spPr>
          <a:xfrm xmlns:a="http://schemas.openxmlformats.org/drawingml/2006/main">
            <a:off x="1762125" y="328612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센서 상태와 AI 답변 입력은 분리</a:t>
            </a:r>
          </a:p>
        </p:txBody>
      </p:sp>
      <p:sp>
        <p:nvSpPr>
          <p:cNvPr id="8" name="">
            <a:extLst xmlns:a="http://schemas.openxmlformats.org/drawingml/2006/main">
              <a:ext uri="{FF2B5EF4-FFF2-40B4-BE49-F238E27FC236}">
                <a16:creationId xmlns:a16="http://schemas.microsoft.com/office/drawing/2014/main" id="{BFFC33D9-604C-4B57-BC5C-D5B0C5F0A4DD}"/>
              </a:ext>
            </a:extLst>
          </p:cNvPr>
          <p:cNvSpPr>
            <a:spLocks xmlns:a="http://schemas.openxmlformats.org/drawingml/2006/main" noGrp="1"/>
          </p:cNvSpPr>
          <p:nvPr/>
        </p:nvSpPr>
        <p:spPr>
          <a:xfrm xmlns:a="http://schemas.openxmlformats.org/drawingml/2006/main">
            <a:off x="619125" y="41910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03</a:t>
            </a:r>
          </a:p>
        </p:txBody>
      </p:sp>
      <p:sp>
        <p:nvSpPr>
          <p:cNvPr id="9" name="">
            <a:extLst xmlns:a="http://schemas.openxmlformats.org/drawingml/2006/main">
              <a:ext uri="{FF2B5EF4-FFF2-40B4-BE49-F238E27FC236}">
                <a16:creationId xmlns:a16="http://schemas.microsoft.com/office/drawing/2014/main" id="{E43E43CE-7330-4E73-A30F-50099836A09E}"/>
              </a:ext>
            </a:extLst>
          </p:cNvPr>
          <p:cNvSpPr>
            <a:spLocks xmlns:a="http://schemas.openxmlformats.org/drawingml/2006/main" noGrp="1"/>
          </p:cNvSpPr>
          <p:nvPr/>
        </p:nvSpPr>
        <p:spPr>
          <a:xfrm xmlns:a="http://schemas.openxmlformats.org/drawingml/2006/main">
            <a:off x="1762125" y="4191000"/>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답변과 거절 성능에 약점</a:t>
            </a:r>
          </a:p>
        </p:txBody>
      </p:sp>
      <p:sp>
        <p:nvSpPr>
          <p:cNvPr id="10" name="">
            <a:extLst xmlns:a="http://schemas.openxmlformats.org/drawingml/2006/main">
              <a:ext uri="{FF2B5EF4-FFF2-40B4-BE49-F238E27FC236}">
                <a16:creationId xmlns:a16="http://schemas.microsoft.com/office/drawing/2014/main" id="{7744B2D9-FB00-4B50-8918-D3B013B07291}"/>
              </a:ext>
            </a:extLst>
          </p:cNvPr>
          <p:cNvSpPr>
            <a:spLocks xmlns:a="http://schemas.openxmlformats.org/drawingml/2006/main" noGrp="1"/>
          </p:cNvSpPr>
          <p:nvPr/>
        </p:nvSpPr>
        <p:spPr>
          <a:xfrm xmlns:a="http://schemas.openxmlformats.org/drawingml/2006/main">
            <a:off x="619125" y="50958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CB4A29"/>
                </a:solidFill>
                <a:latin typeface="Apple SD Gothic Neo"/>
                <a:ea typeface="Apple SD Gothic Neo"/>
                <a:cs typeface="Apple SD Gothic Neo"/>
              </a:defRPr>
            </a:defPPr>
            <a:lvl1pPr>
              <a:defRPr sz="2550" b="1">
                <a:solidFill>
                  <a:srgbClr val="CB4A29"/>
                </a:solidFill>
                <a:latin typeface="Apple SD Gothic Neo"/>
                <a:ea typeface="Apple SD Gothic Neo"/>
                <a:cs typeface="Apple SD Gothic Neo"/>
              </a:defRPr>
            </a:lvl1pPr>
            <a:lvl2pPr>
              <a:defRPr sz="2550" b="1">
                <a:solidFill>
                  <a:srgbClr val="CB4A29"/>
                </a:solidFill>
                <a:latin typeface="Apple SD Gothic Neo"/>
                <a:ea typeface="Apple SD Gothic Neo"/>
                <a:cs typeface="Apple SD Gothic Neo"/>
              </a:defRPr>
            </a:lvl2pPr>
            <a:lvl3pPr>
              <a:defRPr sz="2550" b="1">
                <a:solidFill>
                  <a:srgbClr val="CB4A29"/>
                </a:solidFill>
                <a:latin typeface="Apple SD Gothic Neo"/>
                <a:ea typeface="Apple SD Gothic Neo"/>
                <a:cs typeface="Apple SD Gothic Neo"/>
              </a:defRPr>
            </a:lvl3pPr>
            <a:lvl4pPr>
              <a:defRPr sz="2550" b="1">
                <a:solidFill>
                  <a:srgbClr val="CB4A29"/>
                </a:solidFill>
                <a:latin typeface="Apple SD Gothic Neo"/>
                <a:ea typeface="Apple SD Gothic Neo"/>
                <a:cs typeface="Apple SD Gothic Neo"/>
              </a:defRPr>
            </a:lvl4pPr>
            <a:lvl5pPr>
              <a:defRPr sz="2550" b="1">
                <a:solidFill>
                  <a:srgbClr val="CB4A29"/>
                </a:solidFill>
                <a:latin typeface="Apple SD Gothic Neo"/>
                <a:ea typeface="Apple SD Gothic Neo"/>
                <a:cs typeface="Apple SD Gothic Neo"/>
              </a:defRPr>
            </a:lvl5pPr>
            <a:lvl6pPr>
              <a:defRPr sz="2550" b="1">
                <a:solidFill>
                  <a:srgbClr val="CB4A29"/>
                </a:solidFill>
                <a:latin typeface="Apple SD Gothic Neo"/>
                <a:ea typeface="Apple SD Gothic Neo"/>
                <a:cs typeface="Apple SD Gothic Neo"/>
              </a:defRPr>
            </a:lvl6pPr>
            <a:lvl7pPr>
              <a:defRPr sz="2550" b="1">
                <a:solidFill>
                  <a:srgbClr val="CB4A29"/>
                </a:solidFill>
                <a:latin typeface="Apple SD Gothic Neo"/>
                <a:ea typeface="Apple SD Gothic Neo"/>
                <a:cs typeface="Apple SD Gothic Neo"/>
              </a:defRPr>
            </a:lvl7pPr>
            <a:lvl8pPr>
              <a:defRPr sz="2550" b="1">
                <a:solidFill>
                  <a:srgbClr val="CB4A29"/>
                </a:solidFill>
                <a:latin typeface="Apple SD Gothic Neo"/>
                <a:ea typeface="Apple SD Gothic Neo"/>
                <a:cs typeface="Apple SD Gothic Neo"/>
              </a:defRPr>
            </a:lvl8pPr>
            <a:lvl9pPr>
              <a:defRPr sz="2550" b="1">
                <a:solidFill>
                  <a:srgbClr val="CB4A29"/>
                </a:solidFill>
                <a:latin typeface="Apple SD Gothic Neo"/>
                <a:ea typeface="Apple SD Gothic Neo"/>
                <a:cs typeface="Apple SD Gothic Neo"/>
              </a:defRPr>
            </a:lvl9pPr>
          </a:lstStyle>
          <a:p xmlns:a="http://schemas.openxmlformats.org/drawingml/2006/main">
            <a:pPr>
              <a:defRPr sz="2550" b="1">
                <a:solidFill>
                  <a:srgbClr val="CB4A29"/>
                </a:solidFill>
                <a:latin typeface="Apple SD Gothic Neo"/>
                <a:ea typeface="Apple SD Gothic Neo"/>
                <a:cs typeface="Apple SD Gothic Neo"/>
              </a:defRPr>
            </a:pPr>
            <a:r>
              <a:rPr sz="2550" b="1">
                <a:solidFill>
                  <a:srgbClr val="CB4A29"/>
                </a:solidFill>
                <a:latin typeface="Apple SD Gothic Neo"/>
                <a:ea typeface="Apple SD Gothic Neo"/>
                <a:cs typeface="Apple SD Gothic Neo"/>
              </a:rPr>
              <a:t>04</a:t>
            </a:r>
          </a:p>
        </p:txBody>
      </p:sp>
      <p:sp>
        <p:nvSpPr>
          <p:cNvPr id="11" name="">
            <a:extLst xmlns:a="http://schemas.openxmlformats.org/drawingml/2006/main">
              <a:ext uri="{FF2B5EF4-FFF2-40B4-BE49-F238E27FC236}">
                <a16:creationId xmlns:a16="http://schemas.microsoft.com/office/drawing/2014/main" id="{A51246C9-FBC2-46FE-8B17-BA724173D04B}"/>
              </a:ext>
            </a:extLst>
          </p:cNvPr>
          <p:cNvSpPr>
            <a:spLocks xmlns:a="http://schemas.openxmlformats.org/drawingml/2006/main" noGrp="1"/>
          </p:cNvSpPr>
          <p:nvPr/>
        </p:nvSpPr>
        <p:spPr>
          <a:xfrm xmlns:a="http://schemas.openxmlformats.org/drawingml/2006/main">
            <a:off x="1762125" y="509587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C34"/>
                </a:solidFill>
                <a:latin typeface="Apple SD Gothic Neo"/>
                <a:ea typeface="Apple SD Gothic Neo"/>
                <a:cs typeface="Apple SD Gothic Neo"/>
              </a:defRPr>
            </a:defPPr>
            <a:lvl1pPr>
              <a:defRPr sz="2550" b="1">
                <a:solidFill>
                  <a:srgbClr val="182C34"/>
                </a:solidFill>
                <a:latin typeface="Apple SD Gothic Neo"/>
                <a:ea typeface="Apple SD Gothic Neo"/>
                <a:cs typeface="Apple SD Gothic Neo"/>
              </a:defRPr>
            </a:lvl1pPr>
            <a:lvl2pPr>
              <a:defRPr sz="2550" b="1">
                <a:solidFill>
                  <a:srgbClr val="182C34"/>
                </a:solidFill>
                <a:latin typeface="Apple SD Gothic Neo"/>
                <a:ea typeface="Apple SD Gothic Neo"/>
                <a:cs typeface="Apple SD Gothic Neo"/>
              </a:defRPr>
            </a:lvl2pPr>
            <a:lvl3pPr>
              <a:defRPr sz="2550" b="1">
                <a:solidFill>
                  <a:srgbClr val="182C34"/>
                </a:solidFill>
                <a:latin typeface="Apple SD Gothic Neo"/>
                <a:ea typeface="Apple SD Gothic Neo"/>
                <a:cs typeface="Apple SD Gothic Neo"/>
              </a:defRPr>
            </a:lvl3pPr>
            <a:lvl4pPr>
              <a:defRPr sz="2550" b="1">
                <a:solidFill>
                  <a:srgbClr val="182C34"/>
                </a:solidFill>
                <a:latin typeface="Apple SD Gothic Neo"/>
                <a:ea typeface="Apple SD Gothic Neo"/>
                <a:cs typeface="Apple SD Gothic Neo"/>
              </a:defRPr>
            </a:lvl4pPr>
            <a:lvl5pPr>
              <a:defRPr sz="2550" b="1">
                <a:solidFill>
                  <a:srgbClr val="182C34"/>
                </a:solidFill>
                <a:latin typeface="Apple SD Gothic Neo"/>
                <a:ea typeface="Apple SD Gothic Neo"/>
                <a:cs typeface="Apple SD Gothic Neo"/>
              </a:defRPr>
            </a:lvl5pPr>
            <a:lvl6pPr>
              <a:defRPr sz="2550" b="1">
                <a:solidFill>
                  <a:srgbClr val="182C34"/>
                </a:solidFill>
                <a:latin typeface="Apple SD Gothic Neo"/>
                <a:ea typeface="Apple SD Gothic Neo"/>
                <a:cs typeface="Apple SD Gothic Neo"/>
              </a:defRPr>
            </a:lvl6pPr>
            <a:lvl7pPr>
              <a:defRPr sz="2550" b="1">
                <a:solidFill>
                  <a:srgbClr val="182C34"/>
                </a:solidFill>
                <a:latin typeface="Apple SD Gothic Neo"/>
                <a:ea typeface="Apple SD Gothic Neo"/>
                <a:cs typeface="Apple SD Gothic Neo"/>
              </a:defRPr>
            </a:lvl7pPr>
            <a:lvl8pPr>
              <a:defRPr sz="2550" b="1">
                <a:solidFill>
                  <a:srgbClr val="182C34"/>
                </a:solidFill>
                <a:latin typeface="Apple SD Gothic Neo"/>
                <a:ea typeface="Apple SD Gothic Neo"/>
                <a:cs typeface="Apple SD Gothic Neo"/>
              </a:defRPr>
            </a:lvl8pPr>
            <a:lvl9pPr>
              <a:defRPr sz="2550" b="1">
                <a:solidFill>
                  <a:srgbClr val="182C34"/>
                </a:solidFill>
                <a:latin typeface="Apple SD Gothic Neo"/>
                <a:ea typeface="Apple SD Gothic Neo"/>
                <a:cs typeface="Apple SD Gothic Neo"/>
              </a:defRPr>
            </a:lvl9pPr>
          </a:lstStyle>
          <a:p xmlns:a="http://schemas.openxmlformats.org/drawingml/2006/main">
            <a:pPr>
              <a:defRPr sz="2550" b="1">
                <a:solidFill>
                  <a:srgbClr val="182C34"/>
                </a:solidFill>
                <a:latin typeface="Apple SD Gothic Neo"/>
                <a:ea typeface="Apple SD Gothic Neo"/>
                <a:cs typeface="Apple SD Gothic Neo"/>
              </a:defRPr>
            </a:pPr>
            <a:r>
              <a:rPr sz="2550" b="1">
                <a:solidFill>
                  <a:srgbClr val="182C34"/>
                </a:solidFill>
                <a:latin typeface="Apple SD Gothic Neo"/>
                <a:ea typeface="Apple SD Gothic Neo"/>
                <a:cs typeface="Apple SD Gothic Neo"/>
              </a:rPr>
              <a:t>최종 장비 연속 검증은 별도</a:t>
            </a:r>
          </a:p>
        </p:txBody>
      </p:sp>
    </p:spTree>
    <p:extLst>
      <p:ext uri="{BB962C8B-B14F-4D97-AF65-F5344CB8AC3E}">
        <p14:creationId xmlns:p14="http://schemas.microsoft.com/office/powerpoint/2010/main" val="1132013443"/>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A49B2B-69A7-4F56-BBCD-08BAFE697656}"/>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DA6DCFFA-156D-40A2-A6E1-5E3EB734691C}"/>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개발 중 해결한 문제</a:t>
            </a:r>
          </a:p>
        </p:txBody>
      </p:sp>
      <p:sp>
        <p:nvSpPr>
          <p:cNvPr id="3" name="">
            <a:extLst xmlns:a="http://schemas.openxmlformats.org/drawingml/2006/main">
              <a:ext uri="{FF2B5EF4-FFF2-40B4-BE49-F238E27FC236}">
                <a16:creationId xmlns:a16="http://schemas.microsoft.com/office/drawing/2014/main" id="{2AE485D8-C64B-4E7A-BA80-0B667A52B58A}"/>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15</a:t>
            </a:r>
          </a:p>
        </p:txBody>
      </p:sp>
      <p:graphicFrame>
        <p:nvGraphicFramePr>
          <p:cNvPr id="4" name="">
            <a:extLst xmlns:a="http://schemas.openxmlformats.org/drawingml/2006/main">
              <a:ext uri="{FF2B5EF4-FFF2-40B4-BE49-F238E27FC236}">
                <a16:creationId xmlns:a16="http://schemas.microsoft.com/office/drawing/2014/main" id="{BB22A0DB-104B-4B25-BB88-B603FD4BC03E}"/>
              </a:ext>
            </a:extLst>
          </p:cNvPr>
          <p:cNvGraphicFramePr/>
          <p:nvPr/>
        </p:nvGraphicFramePr>
        <p:xfrm>
          <a:off xmlns:a="http://schemas.openxmlformats.org/drawingml/2006/main" x="609600" y="2333625"/>
          <a:ext xmlns:a="http://schemas.openxmlformats.org/drawingml/2006/main" cx="10972800" cy="2857500"/>
        </p:xfrm>
        <a:graphic xmlns:a="http://schemas.openxmlformats.org/drawingml/2006/main">
          <a:graphicData uri="http://schemas.openxmlformats.org/drawingml/2006/table">
            <a:tbl>
              <a:tblPr/>
              <a:tblGrid>
                <a:gridCol w="3190875"/>
                <a:gridCol w="3905250"/>
                <a:gridCol w="3876675"/>
              </a:tblGrid>
              <a:tr h="714375">
                <a:tc>
                  <a:txBody>
                    <a:bodyPr/>
                    <a:lstStyle/>
                    <a:p>
                      <a:r>
                        <a:rPr sz="1800" b="1">
                          <a:solidFill>
                            <a:srgbClr val="FFFFFF"/>
                          </a:solidFill>
                          <a:latin typeface="Apple SD Gothic Neo"/>
                          <a:ea typeface="Apple SD Gothic Neo"/>
                          <a:cs typeface="Apple SD Gothic Neo"/>
                        </a:rPr>
                        <a:t>문제</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해결한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확인 범위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714375">
                <a:tc>
                  <a:txBody>
                    <a:bodyPr/>
                    <a:lstStyle/>
                    <a:p>
                      <a:r>
                        <a:rPr sz="1800" b="0">
                          <a:solidFill>
                            <a:srgbClr val="182C34"/>
                          </a:solidFill>
                          <a:latin typeface="Apple SD Gothic Neo"/>
                          <a:ea typeface="Apple SD Gothic Neo"/>
                          <a:cs typeface="Apple SD Gothic Neo"/>
                        </a:rPr>
                        <a:t>INT8 분류 정확도 저하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FP32 모델 사용</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 시험셋, Pi 샘플 추론</a:t>
                      </a:r>
                    </a:p>
                  </a:txBody>
                  <a:tcPr marL="91440" marR="91440" marT="45720" marB="45720">
                    <a:lnR w="9525">
                      <a:solidFill>
                        <a:srgbClr val="D4DCD9"/>
                      </a:solidFill>
                      <a:prstDash val="solid"/>
                    </a:lnR>
                    <a:lnB w="9525">
                      <a:solidFill>
                        <a:srgbClr val="D4DCD9"/>
                      </a:solidFill>
                      <a:prstDash val="solid"/>
                    </a:lnB>
                    <a:solidFill>
                      <a:srgbClr val="FFFFFF"/>
                    </a:solidFill>
                  </a:tcPr>
                </a:tc>
              </a:tr>
              <a:tr h="714375">
                <a:tc>
                  <a:txBody>
                    <a:bodyPr/>
                    <a:lstStyle/>
                    <a:p>
                      <a:r>
                        <a:rPr sz="1800" b="0">
                          <a:solidFill>
                            <a:srgbClr val="182C34"/>
                          </a:solidFill>
                          <a:latin typeface="Apple SD Gothic Neo"/>
                          <a:ea typeface="Apple SD Gothic Neo"/>
                          <a:cs typeface="Apple SD Gothic Neo"/>
                        </a:rPr>
                        <a:t>Jetson 반복 멈춤</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프롬프트 RAM 캐시 설정 수정</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기존 실측·원인 분석 기록</a:t>
                      </a:r>
                    </a:p>
                  </a:txBody>
                  <a:tcPr marL="91440" marR="91440" marT="45720" marB="45720">
                    <a:lnR w="9525">
                      <a:solidFill>
                        <a:srgbClr val="D4DCD9"/>
                      </a:solidFill>
                      <a:prstDash val="solid"/>
                    </a:lnR>
                    <a:lnB w="9525">
                      <a:solidFill>
                        <a:srgbClr val="D4DCD9"/>
                      </a:solidFill>
                      <a:prstDash val="solid"/>
                    </a:lnB>
                    <a:solidFill>
                      <a:srgbClr val="E9EFEB"/>
                    </a:solidFill>
                  </a:tcPr>
                </a:tc>
              </a:tr>
              <a:tr h="714375">
                <a:tc>
                  <a:txBody>
                    <a:bodyPr/>
                    <a:lstStyle/>
                    <a:p>
                      <a:r>
                        <a:rPr sz="1800" b="0">
                          <a:solidFill>
                            <a:srgbClr val="182C34"/>
                          </a:solidFill>
                          <a:latin typeface="Apple SD Gothic Neo"/>
                          <a:ea typeface="Apple SD Gothic Neo"/>
                          <a:cs typeface="Apple SD Gothic Neo"/>
                        </a:rPr>
                        <a:t>질문과 조치 기록 연결 누락</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응답의 query_id·상태 복구</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임시 서버 실제 HTTP 검증</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DB0129-9467-4954-A004-42FC08CD3896}"/>
              </a:ext>
            </a:extLst>
          </p:cNvPr>
          <p:cNvSpPr>
            <a:spLocks xmlns:a="http://schemas.openxmlformats.org/drawingml/2006/main" noGrp="1"/>
          </p:cNvSpPr>
          <p:nvPr/>
        </p:nvSpPr>
        <p:spPr>
          <a:xfrm xmlns:a="http://schemas.openxmlformats.org/drawingml/2006/main">
            <a:off x="628650" y="58007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재현한 문제의 원인을 고치고, 연결된 흐름에서 다시 확인했습니다.</a:t>
            </a:r>
          </a:p>
        </p:txBody>
      </p:sp>
    </p:spTree>
    <p:extLst>
      <p:ext uri="{BB962C8B-B14F-4D97-AF65-F5344CB8AC3E}">
        <p14:creationId xmlns:p14="http://schemas.microsoft.com/office/powerpoint/2010/main" val="13968552"/>
      </p:ext>
    </p:extLst>
  </p:cSld>
</p:sld>
</file>

<file path=ppt/slides/slide1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CF47A-2362-4684-AF84-2AC7D2CC460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시연</a:t>
            </a:r>
          </a:p>
        </p:txBody>
      </p:sp>
      <p:sp>
        <p:nvSpPr>
          <p:cNvPr id="2" name="">
            <a:extLst xmlns:a="http://schemas.openxmlformats.org/drawingml/2006/main">
              <a:ext uri="{FF2B5EF4-FFF2-40B4-BE49-F238E27FC236}">
                <a16:creationId xmlns:a16="http://schemas.microsoft.com/office/drawing/2014/main" id="{C3C9A24F-948D-4201-B7A8-25B86A1CD87D}"/>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개선 방향</a:t>
            </a:r>
          </a:p>
        </p:txBody>
      </p:sp>
      <p:sp>
        <p:nvSpPr>
          <p:cNvPr id="3" name="">
            <a:extLst xmlns:a="http://schemas.openxmlformats.org/drawingml/2006/main">
              <a:ext uri="{FF2B5EF4-FFF2-40B4-BE49-F238E27FC236}">
                <a16:creationId xmlns:a16="http://schemas.microsoft.com/office/drawing/2014/main" id="{A92A3453-D295-4BD8-ABA2-C85990A0CF63}"/>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16</a:t>
            </a:r>
          </a:p>
        </p:txBody>
      </p:sp>
      <p:sp>
        <p:nvSpPr>
          <p:cNvPr id="4" name="">
            <a:extLst xmlns:a="http://schemas.openxmlformats.org/drawingml/2006/main">
              <a:ext uri="{FF2B5EF4-FFF2-40B4-BE49-F238E27FC236}">
                <a16:creationId xmlns:a16="http://schemas.microsoft.com/office/drawing/2014/main" id="{56666020-DC50-4F42-972E-A908D17914B9}"/>
              </a:ext>
            </a:extLst>
          </p:cNvPr>
          <p:cNvSpPr>
            <a:spLocks xmlns:a="http://schemas.openxmlformats.org/drawingml/2006/main" noGrp="1"/>
          </p:cNvSpPr>
          <p:nvPr/>
        </p:nvSpPr>
        <p:spPr>
          <a:xfrm xmlns:a="http://schemas.openxmlformats.org/drawingml/2006/main">
            <a:off x="638175" y="24288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답변 품질</a:t>
            </a:r>
          </a:p>
        </p:txBody>
      </p:sp>
      <p:sp>
        <p:nvSpPr>
          <p:cNvPr id="5" name="">
            <a:extLst xmlns:a="http://schemas.openxmlformats.org/drawingml/2006/main">
              <a:ext uri="{FF2B5EF4-FFF2-40B4-BE49-F238E27FC236}">
                <a16:creationId xmlns:a16="http://schemas.microsoft.com/office/drawing/2014/main" id="{94BFDC4D-9FCB-4AC4-9C8D-70EB3088B169}"/>
              </a:ext>
            </a:extLst>
          </p:cNvPr>
          <p:cNvSpPr>
            <a:spLocks xmlns:a="http://schemas.openxmlformats.org/drawingml/2006/main" noGrp="1"/>
          </p:cNvSpPr>
          <p:nvPr/>
        </p:nvSpPr>
        <p:spPr>
          <a:xfrm xmlns:a="http://schemas.openxmlformats.org/drawingml/2006/main">
            <a:off x="4095750" y="24574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정답 인용과 거절을 함께 평가</a:t>
            </a:r>
          </a:p>
        </p:txBody>
      </p:sp>
      <p:sp>
        <p:nvSpPr>
          <p:cNvPr id="6" name="">
            <a:extLst xmlns:a="http://schemas.openxmlformats.org/drawingml/2006/main">
              <a:ext uri="{FF2B5EF4-FFF2-40B4-BE49-F238E27FC236}">
                <a16:creationId xmlns:a16="http://schemas.microsoft.com/office/drawing/2014/main" id="{03C901F6-BE90-477C-B1CF-4B524F1D63B1}"/>
              </a:ext>
            </a:extLst>
          </p:cNvPr>
          <p:cNvSpPr>
            <a:spLocks xmlns:a="http://schemas.openxmlformats.org/drawingml/2006/main" noGrp="1"/>
          </p:cNvSpPr>
          <p:nvPr/>
        </p:nvSpPr>
        <p:spPr>
          <a:xfrm xmlns:a="http://schemas.openxmlformats.org/drawingml/2006/main">
            <a:off x="638175" y="33242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최종 장비 QA</a:t>
            </a:r>
          </a:p>
        </p:txBody>
      </p:sp>
      <p:sp>
        <p:nvSpPr>
          <p:cNvPr id="7" name="">
            <a:extLst xmlns:a="http://schemas.openxmlformats.org/drawingml/2006/main">
              <a:ext uri="{FF2B5EF4-FFF2-40B4-BE49-F238E27FC236}">
                <a16:creationId xmlns:a16="http://schemas.microsoft.com/office/drawing/2014/main" id="{4AF20FDD-C152-4083-8FD3-3BC74149F361}"/>
              </a:ext>
            </a:extLst>
          </p:cNvPr>
          <p:cNvSpPr>
            <a:spLocks xmlns:a="http://schemas.openxmlformats.org/drawingml/2006/main" noGrp="1"/>
          </p:cNvSpPr>
          <p:nvPr/>
        </p:nvSpPr>
        <p:spPr>
          <a:xfrm xmlns:a="http://schemas.openxmlformats.org/drawingml/2006/main">
            <a:off x="4095750" y="33528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운영 모드·예열·안전 바·인용 확인</a:t>
            </a:r>
          </a:p>
        </p:txBody>
      </p:sp>
      <p:sp>
        <p:nvSpPr>
          <p:cNvPr id="8" name="">
            <a:extLst xmlns:a="http://schemas.openxmlformats.org/drawingml/2006/main">
              <a:ext uri="{FF2B5EF4-FFF2-40B4-BE49-F238E27FC236}">
                <a16:creationId xmlns:a16="http://schemas.microsoft.com/office/drawing/2014/main" id="{309971F6-459D-4127-A205-49E77484D583}"/>
              </a:ext>
            </a:extLst>
          </p:cNvPr>
          <p:cNvSpPr>
            <a:spLocks xmlns:a="http://schemas.openxmlformats.org/drawingml/2006/main" noGrp="1"/>
          </p:cNvSpPr>
          <p:nvPr/>
        </p:nvSpPr>
        <p:spPr>
          <a:xfrm xmlns:a="http://schemas.openxmlformats.org/drawingml/2006/main">
            <a:off x="638175" y="42195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현장 검증</a:t>
            </a:r>
          </a:p>
        </p:txBody>
      </p:sp>
      <p:sp>
        <p:nvSpPr>
          <p:cNvPr id="9" name="">
            <a:extLst xmlns:a="http://schemas.openxmlformats.org/drawingml/2006/main">
              <a:ext uri="{FF2B5EF4-FFF2-40B4-BE49-F238E27FC236}">
                <a16:creationId xmlns:a16="http://schemas.microsoft.com/office/drawing/2014/main" id="{ADEBA45F-FE82-44E1-BC6F-DA1C2237FF70}"/>
              </a:ext>
            </a:extLst>
          </p:cNvPr>
          <p:cNvSpPr>
            <a:spLocks xmlns:a="http://schemas.openxmlformats.org/drawingml/2006/main" noGrp="1"/>
          </p:cNvSpPr>
          <p:nvPr/>
        </p:nvSpPr>
        <p:spPr>
          <a:xfrm xmlns:a="http://schemas.openxmlformats.org/drawingml/2006/main">
            <a:off x="4095750" y="42481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다른 배치·실제 사용자로 평가 확대</a:t>
            </a:r>
          </a:p>
        </p:txBody>
      </p:sp>
      <p:sp>
        <p:nvSpPr>
          <p:cNvPr id="10" name="">
            <a:extLst xmlns:a="http://schemas.openxmlformats.org/drawingml/2006/main">
              <a:ext uri="{FF2B5EF4-FFF2-40B4-BE49-F238E27FC236}">
                <a16:creationId xmlns:a16="http://schemas.microsoft.com/office/drawing/2014/main" id="{B0543CA3-A84D-4179-AACA-CEFF9C3B8E3A}"/>
              </a:ext>
            </a:extLst>
          </p:cNvPr>
          <p:cNvSpPr>
            <a:spLocks xmlns:a="http://schemas.openxmlformats.org/drawingml/2006/main" noGrp="1"/>
          </p:cNvSpPr>
          <p:nvPr/>
        </p:nvSpPr>
        <p:spPr>
          <a:xfrm xmlns:a="http://schemas.openxmlformats.org/drawingml/2006/main">
            <a:off x="638175" y="51149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지식 관리</a:t>
            </a:r>
          </a:p>
        </p:txBody>
      </p:sp>
      <p:sp>
        <p:nvSpPr>
          <p:cNvPr id="11" name="">
            <a:extLst xmlns:a="http://schemas.openxmlformats.org/drawingml/2006/main">
              <a:ext uri="{FF2B5EF4-FFF2-40B4-BE49-F238E27FC236}">
                <a16:creationId xmlns:a16="http://schemas.microsoft.com/office/drawing/2014/main" id="{891CDD3D-2896-4EFD-BD3B-DA6216A6B1AB}"/>
              </a:ext>
            </a:extLst>
          </p:cNvPr>
          <p:cNvSpPr>
            <a:spLocks xmlns:a="http://schemas.openxmlformats.org/drawingml/2006/main" noGrp="1"/>
          </p:cNvSpPr>
          <p:nvPr/>
        </p:nvSpPr>
        <p:spPr>
          <a:xfrm xmlns:a="http://schemas.openxmlformats.org/drawingml/2006/main">
            <a:off x="4095750" y="5143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82C34"/>
                </a:solidFill>
                <a:latin typeface="Apple SD Gothic Neo"/>
                <a:ea typeface="Apple SD Gothic Neo"/>
                <a:cs typeface="Apple SD Gothic Neo"/>
              </a:defRPr>
            </a:defPPr>
            <a:lvl1pPr>
              <a:defRPr sz="2175" b="0">
                <a:solidFill>
                  <a:srgbClr val="182C34"/>
                </a:solidFill>
                <a:latin typeface="Apple SD Gothic Neo"/>
                <a:ea typeface="Apple SD Gothic Neo"/>
                <a:cs typeface="Apple SD Gothic Neo"/>
              </a:defRPr>
            </a:lvl1pPr>
            <a:lvl2pPr>
              <a:defRPr sz="2175" b="0">
                <a:solidFill>
                  <a:srgbClr val="182C34"/>
                </a:solidFill>
                <a:latin typeface="Apple SD Gothic Neo"/>
                <a:ea typeface="Apple SD Gothic Neo"/>
                <a:cs typeface="Apple SD Gothic Neo"/>
              </a:defRPr>
            </a:lvl2pPr>
            <a:lvl3pPr>
              <a:defRPr sz="2175" b="0">
                <a:solidFill>
                  <a:srgbClr val="182C34"/>
                </a:solidFill>
                <a:latin typeface="Apple SD Gothic Neo"/>
                <a:ea typeface="Apple SD Gothic Neo"/>
                <a:cs typeface="Apple SD Gothic Neo"/>
              </a:defRPr>
            </a:lvl3pPr>
            <a:lvl4pPr>
              <a:defRPr sz="2175" b="0">
                <a:solidFill>
                  <a:srgbClr val="182C34"/>
                </a:solidFill>
                <a:latin typeface="Apple SD Gothic Neo"/>
                <a:ea typeface="Apple SD Gothic Neo"/>
                <a:cs typeface="Apple SD Gothic Neo"/>
              </a:defRPr>
            </a:lvl4pPr>
            <a:lvl5pPr>
              <a:defRPr sz="2175" b="0">
                <a:solidFill>
                  <a:srgbClr val="182C34"/>
                </a:solidFill>
                <a:latin typeface="Apple SD Gothic Neo"/>
                <a:ea typeface="Apple SD Gothic Neo"/>
                <a:cs typeface="Apple SD Gothic Neo"/>
              </a:defRPr>
            </a:lvl5pPr>
            <a:lvl6pPr>
              <a:defRPr sz="2175" b="0">
                <a:solidFill>
                  <a:srgbClr val="182C34"/>
                </a:solidFill>
                <a:latin typeface="Apple SD Gothic Neo"/>
                <a:ea typeface="Apple SD Gothic Neo"/>
                <a:cs typeface="Apple SD Gothic Neo"/>
              </a:defRPr>
            </a:lvl6pPr>
            <a:lvl7pPr>
              <a:defRPr sz="2175" b="0">
                <a:solidFill>
                  <a:srgbClr val="182C34"/>
                </a:solidFill>
                <a:latin typeface="Apple SD Gothic Neo"/>
                <a:ea typeface="Apple SD Gothic Neo"/>
                <a:cs typeface="Apple SD Gothic Neo"/>
              </a:defRPr>
            </a:lvl7pPr>
            <a:lvl8pPr>
              <a:defRPr sz="2175" b="0">
                <a:solidFill>
                  <a:srgbClr val="182C34"/>
                </a:solidFill>
                <a:latin typeface="Apple SD Gothic Neo"/>
                <a:ea typeface="Apple SD Gothic Neo"/>
                <a:cs typeface="Apple SD Gothic Neo"/>
              </a:defRPr>
            </a:lvl8pPr>
            <a:lvl9pPr>
              <a:defRPr sz="2175" b="0">
                <a:solidFill>
                  <a:srgbClr val="182C34"/>
                </a:solidFill>
                <a:latin typeface="Apple SD Gothic Neo"/>
                <a:ea typeface="Apple SD Gothic Neo"/>
                <a:cs typeface="Apple SD Gothic Neo"/>
              </a:defRPr>
            </a:lvl9pPr>
          </a:lstStyle>
          <a:p xmlns:a="http://schemas.openxmlformats.org/drawingml/2006/main">
            <a:pPr>
              <a:defRPr sz="2175" b="0">
                <a:solidFill>
                  <a:srgbClr val="182C34"/>
                </a:solidFill>
                <a:latin typeface="Apple SD Gothic Neo"/>
                <a:ea typeface="Apple SD Gothic Neo"/>
                <a:cs typeface="Apple SD Gothic Neo"/>
              </a:defRPr>
            </a:pPr>
            <a:r>
              <a:rPr sz="2175" b="0">
                <a:solidFill>
                  <a:srgbClr val="182C34"/>
                </a:solidFill>
                <a:latin typeface="Apple SD Gothic Neo"/>
                <a:ea typeface="Apple SD Gothic Neo"/>
                <a:cs typeface="Apple SD Gothic Neo"/>
              </a:rPr>
              <a:t>경험 후보를 검수한 뒤 승인</a:t>
            </a:r>
          </a:p>
        </p:txBody>
      </p:sp>
    </p:spTree>
    <p:extLst>
      <p:ext uri="{BB962C8B-B14F-4D97-AF65-F5344CB8AC3E}">
        <p14:creationId xmlns:p14="http://schemas.microsoft.com/office/powerpoint/2010/main" val="921084481"/>
      </p:ext>
    </p:extLst>
  </p:cSld>
</p:sld>
</file>

<file path=ppt/slides/slide17.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17190D-2371-4761-BE79-612EA8BE153C}"/>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05  프로젝트 소감</a:t>
            </a:r>
          </a:p>
        </p:txBody>
      </p:sp>
      <p:sp>
        <p:nvSpPr>
          <p:cNvPr id="2" name="">
            <a:extLst xmlns:a="http://schemas.openxmlformats.org/drawingml/2006/main">
              <a:ext uri="{FF2B5EF4-FFF2-40B4-BE49-F238E27FC236}">
                <a16:creationId xmlns:a16="http://schemas.microsoft.com/office/drawing/2014/main" id="{88BEEC99-A693-43E0-94B8-6C748D519C14}"/>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프로젝트 소감</a:t>
            </a:r>
          </a:p>
        </p:txBody>
      </p:sp>
      <p:sp>
        <p:nvSpPr>
          <p:cNvPr id="3" name="">
            <a:extLst xmlns:a="http://schemas.openxmlformats.org/drawingml/2006/main">
              <a:ext uri="{FF2B5EF4-FFF2-40B4-BE49-F238E27FC236}">
                <a16:creationId xmlns:a16="http://schemas.microsoft.com/office/drawing/2014/main" id="{91803B00-E71C-49D4-901C-14AFD7178C0A}"/>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17</a:t>
            </a:r>
          </a:p>
        </p:txBody>
      </p:sp>
      <p:sp>
        <p:nvSpPr>
          <p:cNvPr id="4" name="">
            <a:extLst xmlns:a="http://schemas.openxmlformats.org/drawingml/2006/main">
              <a:ext uri="{FF2B5EF4-FFF2-40B4-BE49-F238E27FC236}">
                <a16:creationId xmlns:a16="http://schemas.microsoft.com/office/drawing/2014/main" id="{96FAD8C8-4B01-4535-ACD9-F5D8660DEE6E}"/>
              </a:ext>
            </a:extLst>
          </p:cNvPr>
          <p:cNvSpPr>
            <a:spLocks xmlns:a="http://schemas.openxmlformats.org/drawingml/2006/main" noGrp="1"/>
          </p:cNvSpPr>
          <p:nvPr/>
        </p:nvSpPr>
        <p:spPr>
          <a:xfrm xmlns:a="http://schemas.openxmlformats.org/drawingml/2006/main">
            <a:off x="628650" y="2333625"/>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FFFFFF"/>
                </a:solidFill>
                <a:latin typeface="Apple SD Gothic Neo"/>
                <a:ea typeface="Apple SD Gothic Neo"/>
                <a:cs typeface="Apple SD Gothic Neo"/>
              </a:defRPr>
            </a:defPPr>
            <a:lvl1pPr>
              <a:defRPr sz="4125" b="1">
                <a:solidFill>
                  <a:srgbClr val="FFFFFF"/>
                </a:solidFill>
                <a:latin typeface="Apple SD Gothic Neo"/>
                <a:ea typeface="Apple SD Gothic Neo"/>
                <a:cs typeface="Apple SD Gothic Neo"/>
              </a:defRPr>
            </a:lvl1pPr>
            <a:lvl2pPr>
              <a:defRPr sz="4125" b="1">
                <a:solidFill>
                  <a:srgbClr val="FFFFFF"/>
                </a:solidFill>
                <a:latin typeface="Apple SD Gothic Neo"/>
                <a:ea typeface="Apple SD Gothic Neo"/>
                <a:cs typeface="Apple SD Gothic Neo"/>
              </a:defRPr>
            </a:lvl2pPr>
            <a:lvl3pPr>
              <a:defRPr sz="4125" b="1">
                <a:solidFill>
                  <a:srgbClr val="FFFFFF"/>
                </a:solidFill>
                <a:latin typeface="Apple SD Gothic Neo"/>
                <a:ea typeface="Apple SD Gothic Neo"/>
                <a:cs typeface="Apple SD Gothic Neo"/>
              </a:defRPr>
            </a:lvl3pPr>
            <a:lvl4pPr>
              <a:defRPr sz="4125" b="1">
                <a:solidFill>
                  <a:srgbClr val="FFFFFF"/>
                </a:solidFill>
                <a:latin typeface="Apple SD Gothic Neo"/>
                <a:ea typeface="Apple SD Gothic Neo"/>
                <a:cs typeface="Apple SD Gothic Neo"/>
              </a:defRPr>
            </a:lvl4pPr>
            <a:lvl5pPr>
              <a:defRPr sz="4125" b="1">
                <a:solidFill>
                  <a:srgbClr val="FFFFFF"/>
                </a:solidFill>
                <a:latin typeface="Apple SD Gothic Neo"/>
                <a:ea typeface="Apple SD Gothic Neo"/>
                <a:cs typeface="Apple SD Gothic Neo"/>
              </a:defRPr>
            </a:lvl5pPr>
            <a:lvl6pPr>
              <a:defRPr sz="4125" b="1">
                <a:solidFill>
                  <a:srgbClr val="FFFFFF"/>
                </a:solidFill>
                <a:latin typeface="Apple SD Gothic Neo"/>
                <a:ea typeface="Apple SD Gothic Neo"/>
                <a:cs typeface="Apple SD Gothic Neo"/>
              </a:defRPr>
            </a:lvl6pPr>
            <a:lvl7pPr>
              <a:defRPr sz="4125" b="1">
                <a:solidFill>
                  <a:srgbClr val="FFFFFF"/>
                </a:solidFill>
                <a:latin typeface="Apple SD Gothic Neo"/>
                <a:ea typeface="Apple SD Gothic Neo"/>
                <a:cs typeface="Apple SD Gothic Neo"/>
              </a:defRPr>
            </a:lvl7pPr>
            <a:lvl8pPr>
              <a:defRPr sz="4125" b="1">
                <a:solidFill>
                  <a:srgbClr val="FFFFFF"/>
                </a:solidFill>
                <a:latin typeface="Apple SD Gothic Neo"/>
                <a:ea typeface="Apple SD Gothic Neo"/>
                <a:cs typeface="Apple SD Gothic Neo"/>
              </a:defRPr>
            </a:lvl8pPr>
            <a:lvl9pPr>
              <a:defRPr sz="4125" b="1">
                <a:solidFill>
                  <a:srgbClr val="FFFFFF"/>
                </a:solidFill>
                <a:latin typeface="Apple SD Gothic Neo"/>
                <a:ea typeface="Apple SD Gothic Neo"/>
                <a:cs typeface="Apple SD Gothic Neo"/>
              </a:defRPr>
            </a:lvl9pPr>
          </a:lstStyle>
          <a:p xmlns:a="http://schemas.openxmlformats.org/drawingml/2006/main">
            <a:pPr>
              <a:defRPr sz="4125" b="1">
                <a:solidFill>
                  <a:srgbClr val="FFFFFF"/>
                </a:solidFill>
                <a:latin typeface="Apple SD Gothic Neo"/>
                <a:ea typeface="Apple SD Gothic Neo"/>
                <a:cs typeface="Apple SD Gothic Neo"/>
              </a:defRPr>
            </a:pPr>
            <a:r>
              <a:rPr sz="4125" b="1">
                <a:solidFill>
                  <a:srgbClr val="FFFFFF"/>
                </a:solidFill>
                <a:latin typeface="Apple SD Gothic Neo"/>
                <a:ea typeface="Apple SD Gothic Neo"/>
                <a:cs typeface="Apple SD Gothic Neo"/>
              </a:rPr>
              <a:t>모델 점수와 실제 동작을</a:t>
            </a:r>
          </a:p>
          <a:p xmlns:a="http://schemas.openxmlformats.org/drawingml/2006/main">
            <a:pPr>
              <a:defRPr sz="4125" b="1">
                <a:solidFill>
                  <a:srgbClr val="FFFFFF"/>
                </a:solidFill>
                <a:latin typeface="Apple SD Gothic Neo"/>
                <a:ea typeface="Apple SD Gothic Neo"/>
                <a:cs typeface="Apple SD Gothic Neo"/>
              </a:defRPr>
            </a:pPr>
            <a:r>
              <a:rPr sz="4125" b="1">
                <a:solidFill>
                  <a:srgbClr val="FFFFFF"/>
                </a:solidFill>
                <a:latin typeface="Apple SD Gothic Neo"/>
                <a:ea typeface="Apple SD Gothic Neo"/>
                <a:cs typeface="Apple SD Gothic Neo"/>
              </a:rPr>
              <a:t>따로 확인해야 했습니다.</a:t>
            </a:r>
          </a:p>
        </p:txBody>
      </p:sp>
      <p:sp>
        <p:nvSpPr>
          <p:cNvPr id="5" name="">
            <a:extLst xmlns:a="http://schemas.openxmlformats.org/drawingml/2006/main">
              <a:ext uri="{FF2B5EF4-FFF2-40B4-BE49-F238E27FC236}">
                <a16:creationId xmlns:a16="http://schemas.microsoft.com/office/drawing/2014/main" id="{B7058C7B-1708-4F7F-8B22-65B79B7C81B8}"/>
              </a:ext>
            </a:extLst>
          </p:cNvPr>
          <p:cNvSpPr>
            <a:spLocks xmlns:a="http://schemas.openxmlformats.org/drawingml/2006/main" noGrp="1"/>
          </p:cNvSpPr>
          <p:nvPr/>
        </p:nvSpPr>
        <p:spPr>
          <a:xfrm xmlns:a="http://schemas.openxmlformats.org/drawingml/2006/main">
            <a:off x="676275" y="42100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C3D5D7"/>
                </a:solidFill>
                <a:latin typeface="Apple SD Gothic Neo"/>
                <a:ea typeface="Apple SD Gothic Neo"/>
                <a:cs typeface="Apple SD Gothic Neo"/>
              </a:defRPr>
            </a:defPPr>
            <a:lvl1pPr>
              <a:defRPr sz="2475" b="0">
                <a:solidFill>
                  <a:srgbClr val="C3D5D7"/>
                </a:solidFill>
                <a:latin typeface="Apple SD Gothic Neo"/>
                <a:ea typeface="Apple SD Gothic Neo"/>
                <a:cs typeface="Apple SD Gothic Neo"/>
              </a:defRPr>
            </a:lvl1pPr>
            <a:lvl2pPr>
              <a:defRPr sz="2475" b="0">
                <a:solidFill>
                  <a:srgbClr val="C3D5D7"/>
                </a:solidFill>
                <a:latin typeface="Apple SD Gothic Neo"/>
                <a:ea typeface="Apple SD Gothic Neo"/>
                <a:cs typeface="Apple SD Gothic Neo"/>
              </a:defRPr>
            </a:lvl2pPr>
            <a:lvl3pPr>
              <a:defRPr sz="2475" b="0">
                <a:solidFill>
                  <a:srgbClr val="C3D5D7"/>
                </a:solidFill>
                <a:latin typeface="Apple SD Gothic Neo"/>
                <a:ea typeface="Apple SD Gothic Neo"/>
                <a:cs typeface="Apple SD Gothic Neo"/>
              </a:defRPr>
            </a:lvl3pPr>
            <a:lvl4pPr>
              <a:defRPr sz="2475" b="0">
                <a:solidFill>
                  <a:srgbClr val="C3D5D7"/>
                </a:solidFill>
                <a:latin typeface="Apple SD Gothic Neo"/>
                <a:ea typeface="Apple SD Gothic Neo"/>
                <a:cs typeface="Apple SD Gothic Neo"/>
              </a:defRPr>
            </a:lvl4pPr>
            <a:lvl5pPr>
              <a:defRPr sz="2475" b="0">
                <a:solidFill>
                  <a:srgbClr val="C3D5D7"/>
                </a:solidFill>
                <a:latin typeface="Apple SD Gothic Neo"/>
                <a:ea typeface="Apple SD Gothic Neo"/>
                <a:cs typeface="Apple SD Gothic Neo"/>
              </a:defRPr>
            </a:lvl5pPr>
            <a:lvl6pPr>
              <a:defRPr sz="2475" b="0">
                <a:solidFill>
                  <a:srgbClr val="C3D5D7"/>
                </a:solidFill>
                <a:latin typeface="Apple SD Gothic Neo"/>
                <a:ea typeface="Apple SD Gothic Neo"/>
                <a:cs typeface="Apple SD Gothic Neo"/>
              </a:defRPr>
            </a:lvl6pPr>
            <a:lvl7pPr>
              <a:defRPr sz="2475" b="0">
                <a:solidFill>
                  <a:srgbClr val="C3D5D7"/>
                </a:solidFill>
                <a:latin typeface="Apple SD Gothic Neo"/>
                <a:ea typeface="Apple SD Gothic Neo"/>
                <a:cs typeface="Apple SD Gothic Neo"/>
              </a:defRPr>
            </a:lvl7pPr>
            <a:lvl8pPr>
              <a:defRPr sz="2475" b="0">
                <a:solidFill>
                  <a:srgbClr val="C3D5D7"/>
                </a:solidFill>
                <a:latin typeface="Apple SD Gothic Neo"/>
                <a:ea typeface="Apple SD Gothic Neo"/>
                <a:cs typeface="Apple SD Gothic Neo"/>
              </a:defRPr>
            </a:lvl8pPr>
            <a:lvl9pPr>
              <a:defRPr sz="2475" b="0">
                <a:solidFill>
                  <a:srgbClr val="C3D5D7"/>
                </a:solidFill>
                <a:latin typeface="Apple SD Gothic Neo"/>
                <a:ea typeface="Apple SD Gothic Neo"/>
                <a:cs typeface="Apple SD Gothic Neo"/>
              </a:defRPr>
            </a:lvl9pPr>
          </a:lstStyle>
          <a:p xmlns:a="http://schemas.openxmlformats.org/drawingml/2006/main">
            <a:pPr>
              <a:defRPr sz="2475" b="0">
                <a:solidFill>
                  <a:srgbClr val="C3D5D7"/>
                </a:solidFill>
                <a:latin typeface="Apple SD Gothic Neo"/>
                <a:ea typeface="Apple SD Gothic Neo"/>
                <a:cs typeface="Apple SD Gothic Neo"/>
              </a:defRPr>
            </a:pPr>
            <a:r>
              <a:rPr sz="2475" b="0">
                <a:solidFill>
                  <a:srgbClr val="C3D5D7"/>
                </a:solidFill>
                <a:latin typeface="Apple SD Gothic Neo"/>
                <a:ea typeface="Apple SD Gothic Neo"/>
                <a:cs typeface="Apple SD Gothic Neo"/>
              </a:rPr>
              <a:t>질문·답변·기록이 연결되는지 살폈고,</a:t>
            </a:r>
          </a:p>
          <a:p xmlns:a="http://schemas.openxmlformats.org/drawingml/2006/main">
            <a:pPr>
              <a:defRPr sz="2475" b="0">
                <a:solidFill>
                  <a:srgbClr val="C3D5D7"/>
                </a:solidFill>
                <a:latin typeface="Apple SD Gothic Neo"/>
                <a:ea typeface="Apple SD Gothic Neo"/>
                <a:cs typeface="Apple SD Gothic Neo"/>
              </a:defRPr>
            </a:pPr>
            <a:r>
              <a:rPr sz="2475" b="0">
                <a:solidFill>
                  <a:srgbClr val="C3D5D7"/>
                </a:solidFill>
                <a:latin typeface="Apple SD Gothic Neo"/>
                <a:ea typeface="Apple SD Gothic Neo"/>
                <a:cs typeface="Apple SD Gothic Neo"/>
              </a:rPr>
              <a:t>잘되는 범위와 부족한 범위를 함께 남겼습니다.</a:t>
            </a:r>
          </a:p>
        </p:txBody>
      </p:sp>
      <p:sp>
        <p:nvSpPr>
          <p:cNvPr id="6" name="">
            <a:extLst xmlns:a="http://schemas.openxmlformats.org/drawingml/2006/main">
              <a:ext uri="{FF2B5EF4-FFF2-40B4-BE49-F238E27FC236}">
                <a16:creationId xmlns:a16="http://schemas.microsoft.com/office/drawing/2014/main" id="{7B5CABEB-F871-4988-BBD6-9E3FFC85B30E}"/>
              </a:ext>
            </a:extLst>
          </p:cNvPr>
          <p:cNvSpPr>
            <a:spLocks xmlns:a="http://schemas.openxmlformats.org/drawingml/2006/main" noGrp="1"/>
          </p:cNvSpPr>
          <p:nvPr/>
        </p:nvSpPr>
        <p:spPr>
          <a:xfrm xmlns:a="http://schemas.openxmlformats.org/drawingml/2006/main">
            <a:off x="676275" y="5943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F5B39B"/>
                </a:solidFill>
                <a:latin typeface="Apple SD Gothic Neo"/>
                <a:ea typeface="Apple SD Gothic Neo"/>
                <a:cs typeface="Apple SD Gothic Neo"/>
              </a:defRPr>
            </a:defPPr>
            <a:lvl1pPr>
              <a:defRPr sz="2250" b="1">
                <a:solidFill>
                  <a:srgbClr val="F5B39B"/>
                </a:solidFill>
                <a:latin typeface="Apple SD Gothic Neo"/>
                <a:ea typeface="Apple SD Gothic Neo"/>
                <a:cs typeface="Apple SD Gothic Neo"/>
              </a:defRPr>
            </a:lvl1pPr>
            <a:lvl2pPr>
              <a:defRPr sz="2250" b="1">
                <a:solidFill>
                  <a:srgbClr val="F5B39B"/>
                </a:solidFill>
                <a:latin typeface="Apple SD Gothic Neo"/>
                <a:ea typeface="Apple SD Gothic Neo"/>
                <a:cs typeface="Apple SD Gothic Neo"/>
              </a:defRPr>
            </a:lvl2pPr>
            <a:lvl3pPr>
              <a:defRPr sz="2250" b="1">
                <a:solidFill>
                  <a:srgbClr val="F5B39B"/>
                </a:solidFill>
                <a:latin typeface="Apple SD Gothic Neo"/>
                <a:ea typeface="Apple SD Gothic Neo"/>
                <a:cs typeface="Apple SD Gothic Neo"/>
              </a:defRPr>
            </a:lvl3pPr>
            <a:lvl4pPr>
              <a:defRPr sz="2250" b="1">
                <a:solidFill>
                  <a:srgbClr val="F5B39B"/>
                </a:solidFill>
                <a:latin typeface="Apple SD Gothic Neo"/>
                <a:ea typeface="Apple SD Gothic Neo"/>
                <a:cs typeface="Apple SD Gothic Neo"/>
              </a:defRPr>
            </a:lvl4pPr>
            <a:lvl5pPr>
              <a:defRPr sz="2250" b="1">
                <a:solidFill>
                  <a:srgbClr val="F5B39B"/>
                </a:solidFill>
                <a:latin typeface="Apple SD Gothic Neo"/>
                <a:ea typeface="Apple SD Gothic Neo"/>
                <a:cs typeface="Apple SD Gothic Neo"/>
              </a:defRPr>
            </a:lvl5pPr>
            <a:lvl6pPr>
              <a:defRPr sz="2250" b="1">
                <a:solidFill>
                  <a:srgbClr val="F5B39B"/>
                </a:solidFill>
                <a:latin typeface="Apple SD Gothic Neo"/>
                <a:ea typeface="Apple SD Gothic Neo"/>
                <a:cs typeface="Apple SD Gothic Neo"/>
              </a:defRPr>
            </a:lvl6pPr>
            <a:lvl7pPr>
              <a:defRPr sz="2250" b="1">
                <a:solidFill>
                  <a:srgbClr val="F5B39B"/>
                </a:solidFill>
                <a:latin typeface="Apple SD Gothic Neo"/>
                <a:ea typeface="Apple SD Gothic Neo"/>
                <a:cs typeface="Apple SD Gothic Neo"/>
              </a:defRPr>
            </a:lvl7pPr>
            <a:lvl8pPr>
              <a:defRPr sz="2250" b="1">
                <a:solidFill>
                  <a:srgbClr val="F5B39B"/>
                </a:solidFill>
                <a:latin typeface="Apple SD Gothic Neo"/>
                <a:ea typeface="Apple SD Gothic Neo"/>
                <a:cs typeface="Apple SD Gothic Neo"/>
              </a:defRPr>
            </a:lvl8pPr>
            <a:lvl9pPr>
              <a:defRPr sz="2250" b="1">
                <a:solidFill>
                  <a:srgbClr val="F5B39B"/>
                </a:solidFill>
                <a:latin typeface="Apple SD Gothic Neo"/>
                <a:ea typeface="Apple SD Gothic Neo"/>
                <a:cs typeface="Apple SD Gothic Neo"/>
              </a:defRPr>
            </a:lvl9pPr>
          </a:lstStyle>
          <a:p xmlns:a="http://schemas.openxmlformats.org/drawingml/2006/main">
            <a:pPr>
              <a:defRPr sz="2250" b="1">
                <a:solidFill>
                  <a:srgbClr val="F5B39B"/>
                </a:solidFill>
                <a:latin typeface="Apple SD Gothic Neo"/>
                <a:ea typeface="Apple SD Gothic Neo"/>
                <a:cs typeface="Apple SD Gothic Neo"/>
              </a:defRPr>
            </a:pPr>
            <a:r>
              <a:rPr sz="2250" b="1">
                <a:solidFill>
                  <a:srgbClr val="F5B39B"/>
                </a:solidFill>
                <a:latin typeface="Apple SD Gothic Neo"/>
                <a:ea typeface="Apple SD Gothic Neo"/>
                <a:cs typeface="Apple SD Gothic Neo"/>
              </a:rPr>
              <a:t>감사합니다  /  shiftlink</a:t>
            </a:r>
          </a:p>
        </p:txBody>
      </p:sp>
    </p:spTree>
    <p:extLst>
      <p:ext uri="{BB962C8B-B14F-4D97-AF65-F5344CB8AC3E}">
        <p14:creationId xmlns:p14="http://schemas.microsoft.com/office/powerpoint/2010/main" val="522050518"/>
      </p:ext>
    </p:extLst>
  </p:cSld>
</p:sld>
</file>

<file path=ppt/slides/slide1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76E74F-095D-41CE-964B-EC12A39EEE4F}"/>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A  질의응답</a:t>
            </a:r>
          </a:p>
        </p:txBody>
      </p:sp>
      <p:sp>
        <p:nvSpPr>
          <p:cNvPr id="2" name="">
            <a:extLst xmlns:a="http://schemas.openxmlformats.org/drawingml/2006/main">
              <a:ext uri="{FF2B5EF4-FFF2-40B4-BE49-F238E27FC236}">
                <a16:creationId xmlns:a16="http://schemas.microsoft.com/office/drawing/2014/main" id="{35DCBDDB-1901-4C65-ACAC-565CC574DC9F}"/>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평가 환경과 분모</a:t>
            </a:r>
          </a:p>
        </p:txBody>
      </p:sp>
      <p:sp>
        <p:nvSpPr>
          <p:cNvPr id="3" name="">
            <a:extLst xmlns:a="http://schemas.openxmlformats.org/drawingml/2006/main">
              <a:ext uri="{FF2B5EF4-FFF2-40B4-BE49-F238E27FC236}">
                <a16:creationId xmlns:a16="http://schemas.microsoft.com/office/drawing/2014/main" id="{74A39BBB-699B-4D5C-AACB-4E085E186B2B}"/>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18</a:t>
            </a:r>
          </a:p>
        </p:txBody>
      </p:sp>
      <p:graphicFrame>
        <p:nvGraphicFramePr>
          <p:cNvPr id="4" name="">
            <a:extLst xmlns:a="http://schemas.openxmlformats.org/drawingml/2006/main">
              <a:ext uri="{FF2B5EF4-FFF2-40B4-BE49-F238E27FC236}">
                <a16:creationId xmlns:a16="http://schemas.microsoft.com/office/drawing/2014/main" id="{C4905868-DB8C-4191-8FFA-3FAF74BC5F26}"/>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3429000"/>
                <a:gridCol w="3714750"/>
                <a:gridCol w="3829050"/>
              </a:tblGrid>
              <a:tr h="809625">
                <a:tc>
                  <a:txBody>
                    <a:bodyPr/>
                    <a:lstStyle/>
                    <a:p>
                      <a:r>
                        <a:rPr sz="1800" b="1">
                          <a:solidFill>
                            <a:srgbClr val="FFFFFF"/>
                          </a:solidFill>
                          <a:latin typeface="Apple SD Gothic Neo"/>
                          <a:ea typeface="Apple SD Gothic Neo"/>
                          <a:cs typeface="Apple SD Gothic Neo"/>
                        </a:rPr>
                        <a:t>평가</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S30h 결과</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해석</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809625">
                <a:tc>
                  <a:txBody>
                    <a:bodyPr/>
                    <a:lstStyle/>
                    <a:p>
                      <a:r>
                        <a:rPr sz="1800" b="0">
                          <a:solidFill>
                            <a:srgbClr val="182C34"/>
                          </a:solidFill>
                          <a:latin typeface="Apple SD Gothic Neo"/>
                          <a:ea typeface="Apple SD Gothic Neo"/>
                          <a:cs typeface="Apple SD Gothic Neo"/>
                        </a:rPr>
                        <a:t>보류43 / Jetson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답함 25/35, 거절 7/8</a:t>
                      </a:r>
                    </a:p>
                    <a:p>
                      <a:r>
                        <a:rPr sz="1800" b="0">
                          <a:solidFill>
                            <a:srgbClr val="182C34"/>
                          </a:solidFill>
                          <a:latin typeface="Apple SD Gothic Neo"/>
                          <a:ea typeface="Apple SD Gothic Neo"/>
                          <a:cs typeface="Apple SD Gothic Neo"/>
                        </a:rPr>
                        <a:t>정답 근거 인용 14/35</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기준 27/35 미달</a:t>
                      </a:r>
                    </a:p>
                    <a:p>
                      <a:r>
                        <a:rPr sz="1800" b="0">
                          <a:solidFill>
                            <a:srgbClr val="182C34"/>
                          </a:solidFill>
                          <a:latin typeface="Apple SD Gothic Neo"/>
                          <a:ea typeface="Apple SD Gothic Neo"/>
                          <a:cs typeface="Apple SD Gothic Neo"/>
                        </a:rPr>
                        <a:t>hybrid 답함 6/35</a:t>
                      </a:r>
                    </a:p>
                  </a:txBody>
                  <a:tcPr marL="91440" marR="91440" marT="45720" marB="45720">
                    <a:lnR w="9525">
                      <a:solidFill>
                        <a:srgbClr val="D4DCD9"/>
                      </a:solidFill>
                      <a:prstDash val="solid"/>
                    </a:lnR>
                    <a:lnB w="9525">
                      <a:solidFill>
                        <a:srgbClr val="D4DCD9"/>
                      </a:solidFill>
                      <a:prstDash val="solid"/>
                    </a:lnB>
                    <a:solidFill>
                      <a:srgbClr val="FFFFFF"/>
                    </a:solidFill>
                  </a:tcPr>
                </a:tc>
              </a:tr>
              <a:tr h="809625">
                <a:tc>
                  <a:txBody>
                    <a:bodyPr/>
                    <a:lstStyle/>
                    <a:p>
                      <a:r>
                        <a:rPr sz="1800" b="0">
                          <a:solidFill>
                            <a:srgbClr val="182C34"/>
                          </a:solidFill>
                          <a:latin typeface="Apple SD Gothic Neo"/>
                          <a:ea typeface="Apple SD Gothic Neo"/>
                          <a:cs typeface="Apple SD Gothic Neo"/>
                        </a:rPr>
                        <a:t>test30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답함 8/11, 거절 11/19</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hybrid 답함 3/11</a:t>
                      </a:r>
                    </a:p>
                    <a:p>
                      <a:r>
                        <a:rPr sz="1800" b="0">
                          <a:solidFill>
                            <a:srgbClr val="182C34"/>
                          </a:solidFill>
                          <a:latin typeface="Apple SD Gothic Neo"/>
                          <a:ea typeface="Apple SD Gothic Neo"/>
                          <a:cs typeface="Apple SD Gothic Neo"/>
                        </a:rPr>
                        <a:t>거절 17/19</a:t>
                      </a:r>
                    </a:p>
                  </a:txBody>
                  <a:tcPr marL="91440" marR="91440" marT="45720" marB="45720">
                    <a:lnR w="9525">
                      <a:solidFill>
                        <a:srgbClr val="D4DCD9"/>
                      </a:solidFill>
                      <a:prstDash val="solid"/>
                    </a:lnR>
                    <a:lnB w="9525">
                      <a:solidFill>
                        <a:srgbClr val="D4DCD9"/>
                      </a:solidFill>
                      <a:prstDash val="solid"/>
                    </a:lnB>
                    <a:solidFill>
                      <a:srgbClr val="E9EFEB"/>
                    </a:solidFill>
                  </a:tcPr>
                </a:tc>
              </a:tr>
              <a:tr h="809625">
                <a:tc>
                  <a:txBody>
                    <a:bodyPr/>
                    <a:lstStyle/>
                    <a:p>
                      <a:r>
                        <a:rPr sz="1800" b="0">
                          <a:solidFill>
                            <a:srgbClr val="182C34"/>
                          </a:solidFill>
                          <a:latin typeface="Apple SD Gothic Neo"/>
                          <a:ea typeface="Apple SD Gothic Neo"/>
                          <a:cs typeface="Apple SD Gothic Neo"/>
                        </a:rPr>
                        <a:t>개발201 / Jetson / 10/15</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p95 9.78초, p50 7.31초</a:t>
                      </a:r>
                    </a:p>
                    <a:p>
                      <a:r>
                        <a:rPr sz="1800" b="0">
                          <a:solidFill>
                            <a:srgbClr val="182C34"/>
                          </a:solidFill>
                          <a:latin typeface="Apple SD Gothic Neo"/>
                          <a:ea typeface="Apple SD Gothic Neo"/>
                          <a:cs typeface="Apple SD Gothic Neo"/>
                        </a:rPr>
                        <a:t>최저 메모리 1.26GiB</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질의 지연이며 촬영 시간 제외</a:t>
                      </a:r>
                    </a:p>
                    <a:p>
                      <a:r>
                        <a:rPr sz="1800" b="0">
                          <a:solidFill>
                            <a:srgbClr val="182C34"/>
                          </a:solidFill>
                          <a:latin typeface="Apple SD Gothic Neo"/>
                          <a:ea typeface="Apple SD Gothic Neo"/>
                          <a:cs typeface="Apple SD Gothic Neo"/>
                        </a:rPr>
                        <a:t>실공장 성과와 구분</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Tree>
    <p:extLst>
      <p:ext uri="{BB962C8B-B14F-4D97-AF65-F5344CB8AC3E}">
        <p14:creationId xmlns:p14="http://schemas.microsoft.com/office/powerpoint/2010/main" val="2036224672"/>
      </p:ext>
    </p:extLst>
  </p:cSld>
</p:sld>
</file>

<file path=ppt/slides/slide1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8C7E91-7C63-41B4-9088-1E3A1790C757}"/>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B  시연 운영</a:t>
            </a:r>
          </a:p>
        </p:txBody>
      </p:sp>
      <p:sp>
        <p:nvSpPr>
          <p:cNvPr id="2" name="">
            <a:extLst xmlns:a="http://schemas.openxmlformats.org/drawingml/2006/main">
              <a:ext uri="{FF2B5EF4-FFF2-40B4-BE49-F238E27FC236}">
                <a16:creationId xmlns:a16="http://schemas.microsoft.com/office/drawing/2014/main" id="{469196D9-180F-4CA4-A60A-6A5240B43A05}"/>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5분 영상 구성표</a:t>
            </a:r>
          </a:p>
        </p:txBody>
      </p:sp>
      <p:sp>
        <p:nvSpPr>
          <p:cNvPr id="3" name="">
            <a:extLst xmlns:a="http://schemas.openxmlformats.org/drawingml/2006/main">
              <a:ext uri="{FF2B5EF4-FFF2-40B4-BE49-F238E27FC236}">
                <a16:creationId xmlns:a16="http://schemas.microsoft.com/office/drawing/2014/main" id="{9E4D4C51-B091-46E9-B38B-2C1D67BABA08}"/>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19</a:t>
            </a:r>
          </a:p>
        </p:txBody>
      </p:sp>
      <p:graphicFrame>
        <p:nvGraphicFramePr>
          <p:cNvPr id="4" name="">
            <a:extLst xmlns:a="http://schemas.openxmlformats.org/drawingml/2006/main">
              <a:ext uri="{FF2B5EF4-FFF2-40B4-BE49-F238E27FC236}">
                <a16:creationId xmlns:a16="http://schemas.microsoft.com/office/drawing/2014/main" id="{76701F53-3290-4FA0-BCAB-1CBAB951F081}"/>
              </a:ext>
            </a:extLst>
          </p:cNvPr>
          <p:cNvGraphicFramePr/>
          <p:nvPr/>
        </p:nvGraphicFramePr>
        <p:xfrm>
          <a:off xmlns:a="http://schemas.openxmlformats.org/drawingml/2006/main" x="609600" y="2333625"/>
          <a:ext xmlns:a="http://schemas.openxmlformats.org/drawingml/2006/main" cx="10972800" cy="3238500"/>
        </p:xfrm>
        <a:graphic xmlns:a="http://schemas.openxmlformats.org/drawingml/2006/main">
          <a:graphicData uri="http://schemas.openxmlformats.org/drawingml/2006/table">
            <a:tbl>
              <a:tblPr/>
              <a:tblGrid>
                <a:gridCol w="2333625"/>
                <a:gridCol w="3762375"/>
                <a:gridCol w="4876800"/>
              </a:tblGrid>
              <a:tr h="647700">
                <a:tc>
                  <a:txBody>
                    <a:bodyPr/>
                    <a:lstStyle/>
                    <a:p>
                      <a:r>
                        <a:rPr sz="1800" b="1">
                          <a:solidFill>
                            <a:srgbClr val="FFFFFF"/>
                          </a:solidFill>
                          <a:latin typeface="Apple SD Gothic Neo"/>
                          <a:ea typeface="Apple SD Gothic Neo"/>
                          <a:cs typeface="Apple SD Gothic Neo"/>
                        </a:rPr>
                        <a:t>구간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장면</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확인할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47700">
                <a:tc>
                  <a:txBody>
                    <a:bodyPr/>
                    <a:lstStyle/>
                    <a:p>
                      <a:r>
                        <a:rPr sz="1800" b="0">
                          <a:solidFill>
                            <a:srgbClr val="182C34"/>
                          </a:solidFill>
                          <a:latin typeface="Apple SD Gothic Neo"/>
                          <a:ea typeface="Apple SD Gothic Neo"/>
                          <a:cs typeface="Apple SD Gothic Neo"/>
                        </a:rPr>
                        <a:t>00:00–01:00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Unity·PDA 촬영</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설비 종류 분류와 개별 자산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01:00–02:20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질문·안전 바·근거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실제 모드, 대기 편집 표시</a:t>
                      </a:r>
                    </a:p>
                  </a:txBody>
                  <a:tcPr marL="91440" marR="91440" marT="45720" marB="45720">
                    <a:lnR w="9525">
                      <a:solidFill>
                        <a:srgbClr val="D4DCD9"/>
                      </a:solidFill>
                      <a:prstDash val="solid"/>
                    </a:lnR>
                    <a:lnB w="9525">
                      <a:solidFill>
                        <a:srgbClr val="D4DCD9"/>
                      </a:solidFill>
                      <a:prstDash val="solid"/>
                    </a:lnB>
                    <a:solidFill>
                      <a:srgbClr val="E9EFEB"/>
                    </a:solidFill>
                  </a:tcPr>
                </a:tc>
              </a:tr>
              <a:tr h="647700">
                <a:tc>
                  <a:txBody>
                    <a:bodyPr/>
                    <a:lstStyle/>
                    <a:p>
                      <a:r>
                        <a:rPr sz="1800" b="0">
                          <a:solidFill>
                            <a:srgbClr val="182C34"/>
                          </a:solidFill>
                          <a:latin typeface="Apple SD Gothic Neo"/>
                          <a:ea typeface="Apple SD Gothic Neo"/>
                          <a:cs typeface="Apple SD Gothic Neo"/>
                        </a:rPr>
                        <a:t>02:20–03:50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조치 기록·후속 인계</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작업자·시각·결과·사건 연결</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03:50–05:00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이력 조회·동기화 상태</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로컬 저장과 클라우드 완료 구분</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6CDEDF69-44BF-4051-90C2-83B28751C4A8}"/>
              </a:ext>
            </a:extLst>
          </p:cNvPr>
          <p:cNvSpPr>
            <a:spLocks xmlns:a="http://schemas.openxmlformats.org/drawingml/2006/main" noGrp="1"/>
          </p:cNvSpPr>
          <p:nvPr/>
        </p:nvSpPr>
        <p:spPr>
          <a:xfrm xmlns:a="http://schemas.openxmlformats.org/drawingml/2006/main">
            <a:off x="619125" y="60388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현재 영상 파일은 미포함입니다. 실제 촬영·검증한 장면으로 교체해 재생합니다.</a:t>
            </a:r>
          </a:p>
        </p:txBody>
      </p:sp>
    </p:spTree>
    <p:extLst>
      <p:ext uri="{BB962C8B-B14F-4D97-AF65-F5344CB8AC3E}">
        <p14:creationId xmlns:p14="http://schemas.microsoft.com/office/powerpoint/2010/main" val="14265342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2026-10-20T00:29:20.5500000Z</dcterms:created>
  <dcterms:modified xsi:type="dcterms:W3CDTF">2026-10-20T00:29:20.5500000Z</dcterms:modified>
</coreProperties>
</file>